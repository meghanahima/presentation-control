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Fira Sans Extra Condense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FiraSansExtraCondense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-italic.fntdata"/><Relationship Id="rId25" Type="http://schemas.openxmlformats.org/officeDocument/2006/relationships/font" Target="fonts/FiraSansExtraCondensed-bold.fntdata"/><Relationship Id="rId27" Type="http://schemas.openxmlformats.org/officeDocument/2006/relationships/font" Target="fonts/FiraSansExtraCondense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2940af34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2940af34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2940af340_0_6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f2940af340_0_6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f2940af340_0_6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2940af340_0_7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f2940af340_0_7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f2940af340_0_7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2940af340_0_7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f2940af340_0_7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f2940af340_0_7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f2940af340_0_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f2940af340_0_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f2940af340_0_7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2940af340_0_6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f2940af340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f2940af340_0_7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2f2940af340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2940af340_0_7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f2940af34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f2940af340_0_7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2f2940af340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2940af340_0_7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2f2940af340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2940af340_0_8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2940af340_0_8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2f2940af340_0_8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95416" y="280088"/>
            <a:ext cx="95097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95417" y="1285102"/>
            <a:ext cx="11401200" cy="5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/>
        </p:nvSpPr>
        <p:spPr>
          <a:xfrm>
            <a:off x="93857" y="6455574"/>
            <a:ext cx="389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Resources - Learning &amp; Development</a:t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potmies.com/" TargetMode="External"/><Relationship Id="rId4" Type="http://schemas.openxmlformats.org/officeDocument/2006/relationships/hyperlink" Target="https://www.spotmies.com/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B9C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543225" y="1963101"/>
            <a:ext cx="11360700" cy="1543500"/>
          </a:xfrm>
          <a:prstGeom prst="rect">
            <a:avLst/>
          </a:prstGeom>
          <a:ln cap="flat" cmpd="sng" w="19050">
            <a:solidFill>
              <a:srgbClr val="00B9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Frontend </a:t>
            </a:r>
            <a:r>
              <a:rPr lang="en-US" sz="3800"/>
              <a:t>web developer</a:t>
            </a:r>
            <a:r>
              <a:rPr lang="en-US" sz="3800"/>
              <a:t> </a:t>
            </a:r>
            <a:r>
              <a:rPr lang="en-US" sz="3800"/>
              <a:t>Internship 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at </a:t>
            </a:r>
            <a:r>
              <a:rPr lang="en-US" sz="3800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Spotmies LLP</a:t>
            </a:r>
            <a:endParaRPr sz="3800">
              <a:solidFill>
                <a:schemeClr val="lt1"/>
              </a:solidFill>
            </a:endParaRPr>
          </a:p>
        </p:txBody>
      </p:sp>
      <p:pic>
        <p:nvPicPr>
          <p:cNvPr id="63" name="Google Shape;63;p1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7225" y="5420450"/>
            <a:ext cx="2584900" cy="75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4"/>
          <p:cNvCxnSpPr/>
          <p:nvPr/>
        </p:nvCxnSpPr>
        <p:spPr>
          <a:xfrm flipH="1" rot="10800000">
            <a:off x="543225" y="6378250"/>
            <a:ext cx="11083500" cy="2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543225" y="57584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2</a:t>
            </a:r>
            <a:r>
              <a:rPr baseline="30000" lang="en-US" sz="2400">
                <a:solidFill>
                  <a:schemeClr val="lt1"/>
                </a:solidFill>
              </a:rPr>
              <a:t>nd</a:t>
            </a:r>
            <a:r>
              <a:rPr lang="en-US" sz="2400">
                <a:solidFill>
                  <a:schemeClr val="lt1"/>
                </a:solidFill>
              </a:rPr>
              <a:t> July </a:t>
            </a:r>
            <a:r>
              <a:rPr lang="en-US" sz="2400">
                <a:solidFill>
                  <a:schemeClr val="lt1"/>
                </a:solidFill>
              </a:rPr>
              <a:t>2024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375" y="167108"/>
            <a:ext cx="11887198" cy="1354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691325" y="4615150"/>
            <a:ext cx="57462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Internship Coordinator : Dr. CH.Sitha Kumari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Internship Mentor : Sathish Kumar Saride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874125" y="3647050"/>
            <a:ext cx="33882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S.HIMA MEGHANA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(322103310214)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INDEX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941208" y="3250267"/>
            <a:ext cx="861300" cy="86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211608" y="3250267"/>
            <a:ext cx="861300" cy="86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482008" y="3250267"/>
            <a:ext cx="861300" cy="861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7752408" y="3250267"/>
            <a:ext cx="861300" cy="861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0022808" y="3250267"/>
            <a:ext cx="861300" cy="861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941208" y="1559734"/>
            <a:ext cx="861300" cy="86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211608" y="1559734"/>
            <a:ext cx="861300" cy="86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482008" y="1559734"/>
            <a:ext cx="861300" cy="861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752408" y="1559734"/>
            <a:ext cx="861300" cy="861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0022808" y="1559734"/>
            <a:ext cx="861300" cy="861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3405120" y="1763594"/>
            <a:ext cx="474188" cy="453534"/>
            <a:chOff x="5049750" y="832600"/>
            <a:chExt cx="505100" cy="483100"/>
          </a:xfrm>
        </p:grpSpPr>
        <p:sp>
          <p:nvSpPr>
            <p:cNvPr id="85" name="Google Shape;85;p15"/>
            <p:cNvSpPr/>
            <p:nvPr/>
          </p:nvSpPr>
          <p:spPr>
            <a:xfrm>
              <a:off x="5049750" y="832600"/>
              <a:ext cx="505100" cy="483100"/>
            </a:xfrm>
            <a:custGeom>
              <a:rect b="b" l="l" r="r" t="t"/>
              <a:pathLst>
                <a:path extrusionOk="0" h="19324" w="20204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216725" y="889175"/>
              <a:ext cx="276000" cy="254400"/>
            </a:xfrm>
            <a:custGeom>
              <a:rect b="b" l="l" r="r" t="t"/>
              <a:pathLst>
                <a:path extrusionOk="0" h="10176" w="1104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144745" y="1763573"/>
            <a:ext cx="454144" cy="453558"/>
            <a:chOff x="5053900" y="2021500"/>
            <a:chExt cx="483750" cy="483125"/>
          </a:xfrm>
        </p:grpSpPr>
        <p:sp>
          <p:nvSpPr>
            <p:cNvPr id="88" name="Google Shape;88;p15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5"/>
          <p:cNvSpPr/>
          <p:nvPr/>
        </p:nvSpPr>
        <p:spPr>
          <a:xfrm>
            <a:off x="5685543" y="1763899"/>
            <a:ext cx="454127" cy="452899"/>
          </a:xfrm>
          <a:custGeom>
            <a:rect b="b" l="l" r="r" t="t"/>
            <a:pathLst>
              <a:path extrusionOk="0" h="11721" w="11752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10226291" y="1754623"/>
            <a:ext cx="471450" cy="471450"/>
            <a:chOff x="-33673825" y="1916675"/>
            <a:chExt cx="291450" cy="291450"/>
          </a:xfrm>
        </p:grpSpPr>
        <p:sp>
          <p:nvSpPr>
            <p:cNvPr id="98" name="Google Shape;98;p15"/>
            <p:cNvSpPr/>
            <p:nvPr/>
          </p:nvSpPr>
          <p:spPr>
            <a:xfrm>
              <a:off x="-33486375" y="1950550"/>
              <a:ext cx="85875" cy="85075"/>
            </a:xfrm>
            <a:custGeom>
              <a:rect b="b" l="l" r="r" t="t"/>
              <a:pathLst>
                <a:path extrusionOk="0" h="3403" w="3435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-33605300" y="2122250"/>
              <a:ext cx="85075" cy="85875"/>
            </a:xfrm>
            <a:custGeom>
              <a:rect b="b" l="l" r="r" t="t"/>
              <a:pathLst>
                <a:path extrusionOk="0" h="3435" w="3403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-33673825" y="1916675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-33503700" y="2070250"/>
              <a:ext cx="121325" cy="137075"/>
            </a:xfrm>
            <a:custGeom>
              <a:rect b="b" l="l" r="r" t="t"/>
              <a:pathLst>
                <a:path extrusionOk="0" h="5483" w="4853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7934297" y="1744695"/>
            <a:ext cx="493228" cy="491415"/>
            <a:chOff x="-63666550" y="2278975"/>
            <a:chExt cx="319800" cy="318625"/>
          </a:xfrm>
        </p:grpSpPr>
        <p:sp>
          <p:nvSpPr>
            <p:cNvPr id="103" name="Google Shape;103;p15"/>
            <p:cNvSpPr/>
            <p:nvPr/>
          </p:nvSpPr>
          <p:spPr>
            <a:xfrm>
              <a:off x="-63481450" y="2309700"/>
              <a:ext cx="62225" cy="146525"/>
            </a:xfrm>
            <a:custGeom>
              <a:rect b="b" l="l" r="r" t="t"/>
              <a:pathLst>
                <a:path extrusionOk="0" h="5861" w="2489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4"/>
                  </a:lnTo>
                  <a:cubicBezTo>
                    <a:pt x="347" y="883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8" y="3749"/>
                    <a:pt x="1638" y="3970"/>
                  </a:cubicBezTo>
                  <a:cubicBezTo>
                    <a:pt x="1607" y="4254"/>
                    <a:pt x="1418" y="4411"/>
                    <a:pt x="1197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60"/>
                    <a:pt x="410" y="3560"/>
                  </a:cubicBezTo>
                  <a:cubicBezTo>
                    <a:pt x="189" y="3560"/>
                    <a:pt x="0" y="3749"/>
                    <a:pt x="0" y="3970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197" y="5860"/>
                  </a:cubicBezTo>
                  <a:cubicBezTo>
                    <a:pt x="1449" y="5860"/>
                    <a:pt x="1638" y="5671"/>
                    <a:pt x="1638" y="5419"/>
                  </a:cubicBezTo>
                  <a:lnTo>
                    <a:pt x="1638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930"/>
                    <a:pt x="1481" y="2615"/>
                  </a:cubicBezTo>
                  <a:cubicBezTo>
                    <a:pt x="1166" y="2363"/>
                    <a:pt x="819" y="2143"/>
                    <a:pt x="819" y="1891"/>
                  </a:cubicBezTo>
                  <a:cubicBezTo>
                    <a:pt x="819" y="1670"/>
                    <a:pt x="1008" y="1450"/>
                    <a:pt x="1229" y="1450"/>
                  </a:cubicBezTo>
                  <a:cubicBezTo>
                    <a:pt x="1449" y="1450"/>
                    <a:pt x="1638" y="1670"/>
                    <a:pt x="1638" y="1891"/>
                  </a:cubicBezTo>
                  <a:cubicBezTo>
                    <a:pt x="1638" y="2111"/>
                    <a:pt x="1859" y="2332"/>
                    <a:pt x="2048" y="2332"/>
                  </a:cubicBezTo>
                  <a:cubicBezTo>
                    <a:pt x="2269" y="2332"/>
                    <a:pt x="2489" y="2111"/>
                    <a:pt x="2489" y="1891"/>
                  </a:cubicBezTo>
                  <a:cubicBezTo>
                    <a:pt x="2489" y="1324"/>
                    <a:pt x="2111" y="914"/>
                    <a:pt x="1638" y="694"/>
                  </a:cubicBezTo>
                  <a:lnTo>
                    <a:pt x="1638" y="441"/>
                  </a:lnTo>
                  <a:cubicBezTo>
                    <a:pt x="1638" y="189"/>
                    <a:pt x="1449" y="0"/>
                    <a:pt x="1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-63666550" y="2278975"/>
              <a:ext cx="319800" cy="318625"/>
            </a:xfrm>
            <a:custGeom>
              <a:rect b="b" l="l" r="r" t="t"/>
              <a:pathLst>
                <a:path extrusionOk="0" h="12745" w="12792">
                  <a:moveTo>
                    <a:pt x="8601" y="914"/>
                  </a:moveTo>
                  <a:cubicBezTo>
                    <a:pt x="10429" y="914"/>
                    <a:pt x="11909" y="2427"/>
                    <a:pt x="11909" y="4222"/>
                  </a:cubicBezTo>
                  <a:cubicBezTo>
                    <a:pt x="11909" y="6050"/>
                    <a:pt x="10429" y="7530"/>
                    <a:pt x="8601" y="7530"/>
                  </a:cubicBezTo>
                  <a:cubicBezTo>
                    <a:pt x="7971" y="7530"/>
                    <a:pt x="7404" y="7373"/>
                    <a:pt x="6869" y="7026"/>
                  </a:cubicBezTo>
                  <a:lnTo>
                    <a:pt x="7089" y="6270"/>
                  </a:lnTo>
                  <a:cubicBezTo>
                    <a:pt x="7144" y="5997"/>
                    <a:pt x="6938" y="5748"/>
                    <a:pt x="6677" y="5748"/>
                  </a:cubicBezTo>
                  <a:cubicBezTo>
                    <a:pt x="6637" y="5748"/>
                    <a:pt x="6596" y="5754"/>
                    <a:pt x="6554" y="5766"/>
                  </a:cubicBezTo>
                  <a:lnTo>
                    <a:pt x="5829" y="5955"/>
                  </a:lnTo>
                  <a:cubicBezTo>
                    <a:pt x="5514" y="5451"/>
                    <a:pt x="5293" y="4852"/>
                    <a:pt x="5293" y="4222"/>
                  </a:cubicBezTo>
                  <a:cubicBezTo>
                    <a:pt x="5293" y="2364"/>
                    <a:pt x="6774" y="914"/>
                    <a:pt x="8601" y="914"/>
                  </a:cubicBezTo>
                  <a:close/>
                  <a:moveTo>
                    <a:pt x="6050" y="6711"/>
                  </a:moveTo>
                  <a:lnTo>
                    <a:pt x="5041" y="10303"/>
                  </a:lnTo>
                  <a:lnTo>
                    <a:pt x="4789" y="9421"/>
                  </a:lnTo>
                  <a:cubicBezTo>
                    <a:pt x="4749" y="9221"/>
                    <a:pt x="4571" y="9098"/>
                    <a:pt x="4389" y="9098"/>
                  </a:cubicBezTo>
                  <a:cubicBezTo>
                    <a:pt x="4284" y="9098"/>
                    <a:pt x="4177" y="9139"/>
                    <a:pt x="4096" y="9232"/>
                  </a:cubicBezTo>
                  <a:lnTo>
                    <a:pt x="1418" y="11910"/>
                  </a:lnTo>
                  <a:lnTo>
                    <a:pt x="820" y="11311"/>
                  </a:lnTo>
                  <a:lnTo>
                    <a:pt x="3529" y="8665"/>
                  </a:lnTo>
                  <a:cubicBezTo>
                    <a:pt x="3781" y="8444"/>
                    <a:pt x="3655" y="8034"/>
                    <a:pt x="3340" y="7971"/>
                  </a:cubicBezTo>
                  <a:lnTo>
                    <a:pt x="2458" y="7719"/>
                  </a:lnTo>
                  <a:lnTo>
                    <a:pt x="6050" y="6711"/>
                  </a:lnTo>
                  <a:close/>
                  <a:moveTo>
                    <a:pt x="8664" y="1"/>
                  </a:moveTo>
                  <a:cubicBezTo>
                    <a:pt x="6365" y="1"/>
                    <a:pt x="4506" y="1860"/>
                    <a:pt x="4506" y="4159"/>
                  </a:cubicBezTo>
                  <a:cubicBezTo>
                    <a:pt x="4506" y="4852"/>
                    <a:pt x="4663" y="5514"/>
                    <a:pt x="5041" y="6113"/>
                  </a:cubicBezTo>
                  <a:lnTo>
                    <a:pt x="820" y="7341"/>
                  </a:lnTo>
                  <a:cubicBezTo>
                    <a:pt x="631" y="7373"/>
                    <a:pt x="505" y="7562"/>
                    <a:pt x="505" y="7719"/>
                  </a:cubicBezTo>
                  <a:cubicBezTo>
                    <a:pt x="505" y="7940"/>
                    <a:pt x="631" y="8097"/>
                    <a:pt x="820" y="8129"/>
                  </a:cubicBezTo>
                  <a:lnTo>
                    <a:pt x="2458" y="8570"/>
                  </a:lnTo>
                  <a:lnTo>
                    <a:pt x="316" y="10712"/>
                  </a:lnTo>
                  <a:cubicBezTo>
                    <a:pt x="1" y="11027"/>
                    <a:pt x="1" y="11563"/>
                    <a:pt x="316" y="11910"/>
                  </a:cubicBezTo>
                  <a:lnTo>
                    <a:pt x="883" y="12508"/>
                  </a:lnTo>
                  <a:cubicBezTo>
                    <a:pt x="1040" y="12666"/>
                    <a:pt x="1253" y="12744"/>
                    <a:pt x="1469" y="12744"/>
                  </a:cubicBezTo>
                  <a:cubicBezTo>
                    <a:pt x="1686" y="12744"/>
                    <a:pt x="1907" y="12666"/>
                    <a:pt x="2080" y="12508"/>
                  </a:cubicBezTo>
                  <a:lnTo>
                    <a:pt x="4254" y="10334"/>
                  </a:lnTo>
                  <a:lnTo>
                    <a:pt x="4663" y="11973"/>
                  </a:lnTo>
                  <a:cubicBezTo>
                    <a:pt x="4727" y="12181"/>
                    <a:pt x="4906" y="12292"/>
                    <a:pt x="5078" y="12292"/>
                  </a:cubicBezTo>
                  <a:cubicBezTo>
                    <a:pt x="5244" y="12292"/>
                    <a:pt x="5405" y="12189"/>
                    <a:pt x="5451" y="11973"/>
                  </a:cubicBezTo>
                  <a:lnTo>
                    <a:pt x="6680" y="7782"/>
                  </a:lnTo>
                  <a:cubicBezTo>
                    <a:pt x="7278" y="8097"/>
                    <a:pt x="7940" y="8286"/>
                    <a:pt x="8664" y="8286"/>
                  </a:cubicBezTo>
                  <a:cubicBezTo>
                    <a:pt x="10933" y="8286"/>
                    <a:pt x="12792" y="6428"/>
                    <a:pt x="12792" y="4159"/>
                  </a:cubicBezTo>
                  <a:cubicBezTo>
                    <a:pt x="12792" y="1860"/>
                    <a:pt x="10933" y="1"/>
                    <a:pt x="8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5"/>
          <p:cNvSpPr/>
          <p:nvPr/>
        </p:nvSpPr>
        <p:spPr>
          <a:xfrm flipH="1" rot="10800000">
            <a:off x="1314608" y="4765518"/>
            <a:ext cx="114300" cy="609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585008" y="4826417"/>
            <a:ext cx="114300" cy="114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5"/>
          <p:cNvCxnSpPr>
            <a:stCxn id="74" idx="4"/>
            <a:endCxn id="105" idx="0"/>
          </p:cNvCxnSpPr>
          <p:nvPr/>
        </p:nvCxnSpPr>
        <p:spPr>
          <a:xfrm>
            <a:off x="1371858" y="4111567"/>
            <a:ext cx="0" cy="7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8" name="Google Shape;108;p15"/>
          <p:cNvCxnSpPr>
            <a:stCxn id="75" idx="4"/>
            <a:endCxn id="106" idx="0"/>
          </p:cNvCxnSpPr>
          <p:nvPr/>
        </p:nvCxnSpPr>
        <p:spPr>
          <a:xfrm>
            <a:off x="3642258" y="4111567"/>
            <a:ext cx="0" cy="7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9" name="Google Shape;109;p15"/>
          <p:cNvCxnSpPr>
            <a:stCxn id="76" idx="4"/>
          </p:cNvCxnSpPr>
          <p:nvPr/>
        </p:nvCxnSpPr>
        <p:spPr>
          <a:xfrm>
            <a:off x="5912658" y="4111567"/>
            <a:ext cx="0" cy="7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10" name="Google Shape;110;p15"/>
          <p:cNvCxnSpPr>
            <a:stCxn id="77" idx="4"/>
          </p:cNvCxnSpPr>
          <p:nvPr/>
        </p:nvCxnSpPr>
        <p:spPr>
          <a:xfrm>
            <a:off x="8183058" y="4111567"/>
            <a:ext cx="0" cy="7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11" name="Google Shape;111;p15"/>
          <p:cNvCxnSpPr>
            <a:stCxn id="78" idx="4"/>
          </p:cNvCxnSpPr>
          <p:nvPr/>
        </p:nvCxnSpPr>
        <p:spPr>
          <a:xfrm>
            <a:off x="10453458" y="4111567"/>
            <a:ext cx="0" cy="71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12" name="Google Shape;112;p15"/>
          <p:cNvCxnSpPr>
            <a:stCxn id="79" idx="4"/>
            <a:endCxn id="74" idx="0"/>
          </p:cNvCxnSpPr>
          <p:nvPr/>
        </p:nvCxnSpPr>
        <p:spPr>
          <a:xfrm>
            <a:off x="1371858" y="2421034"/>
            <a:ext cx="0" cy="8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5"/>
          <p:cNvCxnSpPr>
            <a:stCxn id="80" idx="4"/>
            <a:endCxn id="75" idx="0"/>
          </p:cNvCxnSpPr>
          <p:nvPr/>
        </p:nvCxnSpPr>
        <p:spPr>
          <a:xfrm>
            <a:off x="3642258" y="2421034"/>
            <a:ext cx="0" cy="8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5"/>
          <p:cNvCxnSpPr>
            <a:stCxn id="81" idx="4"/>
            <a:endCxn id="76" idx="0"/>
          </p:cNvCxnSpPr>
          <p:nvPr/>
        </p:nvCxnSpPr>
        <p:spPr>
          <a:xfrm>
            <a:off x="5912658" y="2421034"/>
            <a:ext cx="0" cy="8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5"/>
          <p:cNvCxnSpPr>
            <a:stCxn id="82" idx="4"/>
            <a:endCxn id="77" idx="0"/>
          </p:cNvCxnSpPr>
          <p:nvPr/>
        </p:nvCxnSpPr>
        <p:spPr>
          <a:xfrm>
            <a:off x="8183058" y="2421034"/>
            <a:ext cx="0" cy="8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5"/>
          <p:cNvCxnSpPr>
            <a:stCxn id="83" idx="4"/>
            <a:endCxn id="78" idx="0"/>
          </p:cNvCxnSpPr>
          <p:nvPr/>
        </p:nvCxnSpPr>
        <p:spPr>
          <a:xfrm>
            <a:off x="10453458" y="2421034"/>
            <a:ext cx="0" cy="8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5"/>
          <p:cNvCxnSpPr>
            <a:stCxn id="79" idx="6"/>
            <a:endCxn id="80" idx="2"/>
          </p:cNvCxnSpPr>
          <p:nvPr/>
        </p:nvCxnSpPr>
        <p:spPr>
          <a:xfrm>
            <a:off x="1802508" y="1990384"/>
            <a:ext cx="14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15"/>
          <p:cNvCxnSpPr>
            <a:stCxn id="80" idx="6"/>
            <a:endCxn id="81" idx="2"/>
          </p:cNvCxnSpPr>
          <p:nvPr/>
        </p:nvCxnSpPr>
        <p:spPr>
          <a:xfrm>
            <a:off x="4072908" y="1990384"/>
            <a:ext cx="14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15"/>
          <p:cNvCxnSpPr>
            <a:stCxn id="81" idx="6"/>
            <a:endCxn id="82" idx="2"/>
          </p:cNvCxnSpPr>
          <p:nvPr/>
        </p:nvCxnSpPr>
        <p:spPr>
          <a:xfrm>
            <a:off x="6343308" y="1990384"/>
            <a:ext cx="14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" name="Google Shape;120;p15"/>
          <p:cNvCxnSpPr>
            <a:stCxn id="82" idx="6"/>
            <a:endCxn id="83" idx="2"/>
          </p:cNvCxnSpPr>
          <p:nvPr/>
        </p:nvCxnSpPr>
        <p:spPr>
          <a:xfrm>
            <a:off x="8613708" y="1990384"/>
            <a:ext cx="14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" name="Google Shape;121;p15"/>
          <p:cNvSpPr/>
          <p:nvPr/>
        </p:nvSpPr>
        <p:spPr>
          <a:xfrm>
            <a:off x="11575667" y="1886267"/>
            <a:ext cx="114400" cy="114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09592" y="5301431"/>
            <a:ext cx="216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024435" y="5126522"/>
            <a:ext cx="1891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Internship Overview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169397" y="4961366"/>
            <a:ext cx="180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Objectives &amp; Goals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187475" y="4986100"/>
            <a:ext cx="2161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Functionalities Implemented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45316" y="4986101"/>
            <a:ext cx="233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Steps, Challenges &amp; Solutions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866608" y="1259935"/>
            <a:ext cx="1891200" cy="4494084"/>
            <a:chOff x="2840119" y="944951"/>
            <a:chExt cx="1418400" cy="3598377"/>
          </a:xfrm>
        </p:grpSpPr>
        <p:sp>
          <p:nvSpPr>
            <p:cNvPr id="132" name="Google Shape;132;p16"/>
            <p:cNvSpPr txBox="1"/>
            <p:nvPr/>
          </p:nvSpPr>
          <p:spPr>
            <a:xfrm>
              <a:off x="2840119" y="944951"/>
              <a:ext cx="1396130" cy="2968352"/>
            </a:xfrm>
            <a:prstGeom prst="rect">
              <a:avLst/>
            </a:prstGeom>
            <a:solidFill>
              <a:srgbClr val="E89C1E">
                <a:alpha val="12156"/>
              </a:srgbClr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Real time Web Applications</a:t>
              </a:r>
              <a:endPara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2840119" y="4379828"/>
              <a:ext cx="1418400" cy="1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Learned how real time web applications manage code bases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2848440" y="1259922"/>
            <a:ext cx="1986399" cy="4686892"/>
            <a:chOff x="4250293" y="944940"/>
            <a:chExt cx="1489800" cy="3877726"/>
          </a:xfrm>
        </p:grpSpPr>
        <p:sp>
          <p:nvSpPr>
            <p:cNvPr id="135" name="Google Shape;135;p16"/>
            <p:cNvSpPr txBox="1"/>
            <p:nvPr/>
          </p:nvSpPr>
          <p:spPr>
            <a:xfrm>
              <a:off x="4250293" y="944940"/>
              <a:ext cx="1489800" cy="3067200"/>
            </a:xfrm>
            <a:prstGeom prst="rect">
              <a:avLst/>
            </a:prstGeom>
            <a:solidFill>
              <a:srgbClr val="E85D2C">
                <a:alpha val="12156"/>
              </a:srgbClr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Front end developer tools</a:t>
              </a:r>
              <a:endPara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4320836" y="4334758"/>
              <a:ext cx="1418400" cy="48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Explored tools like Browser developer tools,.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4714730" y="1259934"/>
            <a:ext cx="2762540" cy="4686880"/>
            <a:chOff x="7043107" y="944950"/>
            <a:chExt cx="2071905" cy="3845671"/>
          </a:xfrm>
        </p:grpSpPr>
        <p:sp>
          <p:nvSpPr>
            <p:cNvPr id="138" name="Google Shape;138;p16"/>
            <p:cNvSpPr txBox="1"/>
            <p:nvPr/>
          </p:nvSpPr>
          <p:spPr>
            <a:xfrm>
              <a:off x="7268400" y="944950"/>
              <a:ext cx="1418400" cy="3067200"/>
            </a:xfrm>
            <a:prstGeom prst="rect">
              <a:avLst/>
            </a:prstGeom>
            <a:solidFill>
              <a:srgbClr val="AB69B8">
                <a:alpha val="12156"/>
              </a:srgbClr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Collaboration tools</a:t>
              </a:r>
              <a:endPara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7043107" y="4306744"/>
              <a:ext cx="2071905" cy="483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Ensuring </a:t>
              </a:r>
              <a:r>
                <a:rPr lang="en-US" sz="2000">
                  <a:solidFill>
                    <a:schemeClr val="dk1"/>
                  </a:solidFill>
                </a:rPr>
                <a:t>all teams of the project collaborate with git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6"/>
          <p:cNvSpPr txBox="1"/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30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 INTERNSHIP OVERVIEW:</a:t>
            </a:r>
            <a:endParaRPr sz="30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41" name="Google Shape;141;p16"/>
          <p:cNvCxnSpPr>
            <a:stCxn id="142" idx="2"/>
            <a:endCxn id="143" idx="6"/>
          </p:cNvCxnSpPr>
          <p:nvPr/>
        </p:nvCxnSpPr>
        <p:spPr>
          <a:xfrm flipH="1">
            <a:off x="4272849" y="3066367"/>
            <a:ext cx="1615800" cy="11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6"/>
          <p:cNvCxnSpPr>
            <a:stCxn id="143" idx="2"/>
          </p:cNvCxnSpPr>
          <p:nvPr/>
        </p:nvCxnSpPr>
        <p:spPr>
          <a:xfrm rot="10800000">
            <a:off x="1991092" y="3536475"/>
            <a:ext cx="1517100" cy="6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5" name="Google Shape;145;p16"/>
          <p:cNvGrpSpPr/>
          <p:nvPr/>
        </p:nvGrpSpPr>
        <p:grpSpPr>
          <a:xfrm>
            <a:off x="1308540" y="3077257"/>
            <a:ext cx="764800" cy="764800"/>
            <a:chOff x="3262525" y="1556125"/>
            <a:chExt cx="573600" cy="573600"/>
          </a:xfrm>
        </p:grpSpPr>
        <p:sp>
          <p:nvSpPr>
            <p:cNvPr id="146" name="Google Shape;146;p16"/>
            <p:cNvSpPr/>
            <p:nvPr/>
          </p:nvSpPr>
          <p:spPr>
            <a:xfrm>
              <a:off x="3262525" y="1556125"/>
              <a:ext cx="573600" cy="57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3502075" y="1795675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48" name="Google Shape;148;p16"/>
          <p:cNvGrpSpPr/>
          <p:nvPr/>
        </p:nvGrpSpPr>
        <p:grpSpPr>
          <a:xfrm>
            <a:off x="3508192" y="3459642"/>
            <a:ext cx="764800" cy="1139333"/>
            <a:chOff x="4755010" y="3127725"/>
            <a:chExt cx="573600" cy="854500"/>
          </a:xfrm>
        </p:grpSpPr>
        <p:sp>
          <p:nvSpPr>
            <p:cNvPr id="143" name="Google Shape;143;p16"/>
            <p:cNvSpPr/>
            <p:nvPr/>
          </p:nvSpPr>
          <p:spPr>
            <a:xfrm>
              <a:off x="4755010" y="3408625"/>
              <a:ext cx="573600" cy="573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4978163" y="3127725"/>
              <a:ext cx="94500" cy="94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5596477" y="2709587"/>
            <a:ext cx="764800" cy="764800"/>
            <a:chOff x="6235121" y="2032190"/>
            <a:chExt cx="573600" cy="573600"/>
          </a:xfrm>
        </p:grpSpPr>
        <p:sp>
          <p:nvSpPr>
            <p:cNvPr id="151" name="Google Shape;151;p16"/>
            <p:cNvSpPr/>
            <p:nvPr/>
          </p:nvSpPr>
          <p:spPr>
            <a:xfrm>
              <a:off x="6235121" y="2032190"/>
              <a:ext cx="573600" cy="573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6454250" y="2252525"/>
              <a:ext cx="94500" cy="94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52" name="Google Shape;152;p16"/>
          <p:cNvSpPr/>
          <p:nvPr/>
        </p:nvSpPr>
        <p:spPr>
          <a:xfrm>
            <a:off x="7777660" y="3227757"/>
            <a:ext cx="453581" cy="400727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49495" y="2950927"/>
            <a:ext cx="453581" cy="400727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464150" y="3304734"/>
            <a:ext cx="453581" cy="400727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55" name="Google Shape;155;p16"/>
          <p:cNvGrpSpPr/>
          <p:nvPr/>
        </p:nvGrpSpPr>
        <p:grpSpPr>
          <a:xfrm>
            <a:off x="8005975" y="1255634"/>
            <a:ext cx="2615403" cy="5049581"/>
            <a:chOff x="6725254" y="944953"/>
            <a:chExt cx="1961552" cy="3787186"/>
          </a:xfrm>
        </p:grpSpPr>
        <p:sp>
          <p:nvSpPr>
            <p:cNvPr id="156" name="Google Shape;156;p16"/>
            <p:cNvSpPr/>
            <p:nvPr/>
          </p:nvSpPr>
          <p:spPr>
            <a:xfrm>
              <a:off x="7852972" y="1405518"/>
              <a:ext cx="461388" cy="518786"/>
            </a:xfrm>
            <a:custGeom>
              <a:rect b="b" l="l" r="r" t="t"/>
              <a:pathLst>
                <a:path extrusionOk="0" h="29637" w="26358">
                  <a:moveTo>
                    <a:pt x="7057" y="0"/>
                  </a:moveTo>
                  <a:lnTo>
                    <a:pt x="6662" y="21"/>
                  </a:lnTo>
                  <a:lnTo>
                    <a:pt x="6247" y="83"/>
                  </a:lnTo>
                  <a:lnTo>
                    <a:pt x="5853" y="146"/>
                  </a:lnTo>
                  <a:lnTo>
                    <a:pt x="5459" y="229"/>
                  </a:lnTo>
                  <a:lnTo>
                    <a:pt x="5064" y="333"/>
                  </a:lnTo>
                  <a:lnTo>
                    <a:pt x="4670" y="457"/>
                  </a:lnTo>
                  <a:lnTo>
                    <a:pt x="4297" y="602"/>
                  </a:lnTo>
                  <a:lnTo>
                    <a:pt x="3923" y="768"/>
                  </a:lnTo>
                  <a:lnTo>
                    <a:pt x="3549" y="955"/>
                  </a:lnTo>
                  <a:lnTo>
                    <a:pt x="3197" y="1163"/>
                  </a:lnTo>
                  <a:lnTo>
                    <a:pt x="2865" y="1391"/>
                  </a:lnTo>
                  <a:lnTo>
                    <a:pt x="2533" y="1640"/>
                  </a:lnTo>
                  <a:lnTo>
                    <a:pt x="2221" y="1910"/>
                  </a:lnTo>
                  <a:lnTo>
                    <a:pt x="1931" y="2200"/>
                  </a:lnTo>
                  <a:lnTo>
                    <a:pt x="1640" y="2491"/>
                  </a:lnTo>
                  <a:lnTo>
                    <a:pt x="1370" y="2823"/>
                  </a:lnTo>
                  <a:lnTo>
                    <a:pt x="1142" y="3134"/>
                  </a:lnTo>
                  <a:lnTo>
                    <a:pt x="914" y="3487"/>
                  </a:lnTo>
                  <a:lnTo>
                    <a:pt x="706" y="3840"/>
                  </a:lnTo>
                  <a:lnTo>
                    <a:pt x="540" y="4213"/>
                  </a:lnTo>
                  <a:lnTo>
                    <a:pt x="374" y="4587"/>
                  </a:lnTo>
                  <a:lnTo>
                    <a:pt x="250" y="4961"/>
                  </a:lnTo>
                  <a:lnTo>
                    <a:pt x="146" y="5355"/>
                  </a:lnTo>
                  <a:lnTo>
                    <a:pt x="63" y="5770"/>
                  </a:lnTo>
                  <a:lnTo>
                    <a:pt x="21" y="6164"/>
                  </a:lnTo>
                  <a:lnTo>
                    <a:pt x="1" y="6579"/>
                  </a:lnTo>
                  <a:lnTo>
                    <a:pt x="1" y="6994"/>
                  </a:lnTo>
                  <a:lnTo>
                    <a:pt x="42" y="7389"/>
                  </a:lnTo>
                  <a:lnTo>
                    <a:pt x="104" y="7804"/>
                  </a:lnTo>
                  <a:lnTo>
                    <a:pt x="208" y="8198"/>
                  </a:lnTo>
                  <a:lnTo>
                    <a:pt x="312" y="8592"/>
                  </a:lnTo>
                  <a:lnTo>
                    <a:pt x="457" y="8966"/>
                  </a:lnTo>
                  <a:lnTo>
                    <a:pt x="644" y="9340"/>
                  </a:lnTo>
                  <a:lnTo>
                    <a:pt x="831" y="9713"/>
                  </a:lnTo>
                  <a:lnTo>
                    <a:pt x="1059" y="10045"/>
                  </a:lnTo>
                  <a:lnTo>
                    <a:pt x="1308" y="10377"/>
                  </a:lnTo>
                  <a:lnTo>
                    <a:pt x="1557" y="10668"/>
                  </a:lnTo>
                  <a:lnTo>
                    <a:pt x="1848" y="10958"/>
                  </a:lnTo>
                  <a:lnTo>
                    <a:pt x="2180" y="11228"/>
                  </a:lnTo>
                  <a:lnTo>
                    <a:pt x="2512" y="11457"/>
                  </a:lnTo>
                  <a:lnTo>
                    <a:pt x="2200" y="12390"/>
                  </a:lnTo>
                  <a:lnTo>
                    <a:pt x="1931" y="13345"/>
                  </a:lnTo>
                  <a:lnTo>
                    <a:pt x="1661" y="14300"/>
                  </a:lnTo>
                  <a:lnTo>
                    <a:pt x="1412" y="15254"/>
                  </a:lnTo>
                  <a:lnTo>
                    <a:pt x="1204" y="16209"/>
                  </a:lnTo>
                  <a:lnTo>
                    <a:pt x="997" y="17164"/>
                  </a:lnTo>
                  <a:lnTo>
                    <a:pt x="810" y="18139"/>
                  </a:lnTo>
                  <a:lnTo>
                    <a:pt x="644" y="19094"/>
                  </a:lnTo>
                  <a:lnTo>
                    <a:pt x="499" y="20069"/>
                  </a:lnTo>
                  <a:lnTo>
                    <a:pt x="374" y="21045"/>
                  </a:lnTo>
                  <a:lnTo>
                    <a:pt x="270" y="22020"/>
                  </a:lnTo>
                  <a:lnTo>
                    <a:pt x="187" y="23016"/>
                  </a:lnTo>
                  <a:lnTo>
                    <a:pt x="146" y="23992"/>
                  </a:lnTo>
                  <a:lnTo>
                    <a:pt x="104" y="24967"/>
                  </a:lnTo>
                  <a:lnTo>
                    <a:pt x="84" y="25963"/>
                  </a:lnTo>
                  <a:lnTo>
                    <a:pt x="104" y="26939"/>
                  </a:lnTo>
                  <a:lnTo>
                    <a:pt x="872" y="27292"/>
                  </a:lnTo>
                  <a:lnTo>
                    <a:pt x="1661" y="27582"/>
                  </a:lnTo>
                  <a:lnTo>
                    <a:pt x="2449" y="27873"/>
                  </a:lnTo>
                  <a:lnTo>
                    <a:pt x="3238" y="28142"/>
                  </a:lnTo>
                  <a:lnTo>
                    <a:pt x="4048" y="28392"/>
                  </a:lnTo>
                  <a:lnTo>
                    <a:pt x="4857" y="28620"/>
                  </a:lnTo>
                  <a:lnTo>
                    <a:pt x="5666" y="28807"/>
                  </a:lnTo>
                  <a:lnTo>
                    <a:pt x="6476" y="28993"/>
                  </a:lnTo>
                  <a:lnTo>
                    <a:pt x="7306" y="29139"/>
                  </a:lnTo>
                  <a:lnTo>
                    <a:pt x="8136" y="29284"/>
                  </a:lnTo>
                  <a:lnTo>
                    <a:pt x="8945" y="29388"/>
                  </a:lnTo>
                  <a:lnTo>
                    <a:pt x="9796" y="29491"/>
                  </a:lnTo>
                  <a:lnTo>
                    <a:pt x="10626" y="29554"/>
                  </a:lnTo>
                  <a:lnTo>
                    <a:pt x="11457" y="29595"/>
                  </a:lnTo>
                  <a:lnTo>
                    <a:pt x="12287" y="29637"/>
                  </a:lnTo>
                  <a:lnTo>
                    <a:pt x="13138" y="29637"/>
                  </a:lnTo>
                  <a:lnTo>
                    <a:pt x="13968" y="29616"/>
                  </a:lnTo>
                  <a:lnTo>
                    <a:pt x="14798" y="29574"/>
                  </a:lnTo>
                  <a:lnTo>
                    <a:pt x="15628" y="29512"/>
                  </a:lnTo>
                  <a:lnTo>
                    <a:pt x="16479" y="29429"/>
                  </a:lnTo>
                  <a:lnTo>
                    <a:pt x="17309" y="29325"/>
                  </a:lnTo>
                  <a:lnTo>
                    <a:pt x="18139" y="29201"/>
                  </a:lnTo>
                  <a:lnTo>
                    <a:pt x="18949" y="29056"/>
                  </a:lnTo>
                  <a:lnTo>
                    <a:pt x="19779" y="28890"/>
                  </a:lnTo>
                  <a:lnTo>
                    <a:pt x="20588" y="28703"/>
                  </a:lnTo>
                  <a:lnTo>
                    <a:pt x="21398" y="28495"/>
                  </a:lnTo>
                  <a:lnTo>
                    <a:pt x="22207" y="28267"/>
                  </a:lnTo>
                  <a:lnTo>
                    <a:pt x="23016" y="28018"/>
                  </a:lnTo>
                  <a:lnTo>
                    <a:pt x="23805" y="27748"/>
                  </a:lnTo>
                  <a:lnTo>
                    <a:pt x="24594" y="27437"/>
                  </a:lnTo>
                  <a:lnTo>
                    <a:pt x="25382" y="27126"/>
                  </a:lnTo>
                  <a:lnTo>
                    <a:pt x="26150" y="26793"/>
                  </a:lnTo>
                  <a:lnTo>
                    <a:pt x="26233" y="25237"/>
                  </a:lnTo>
                  <a:lnTo>
                    <a:pt x="26316" y="23680"/>
                  </a:lnTo>
                  <a:lnTo>
                    <a:pt x="26358" y="22124"/>
                  </a:lnTo>
                  <a:lnTo>
                    <a:pt x="26358" y="21335"/>
                  </a:lnTo>
                  <a:lnTo>
                    <a:pt x="26337" y="20567"/>
                  </a:lnTo>
                  <a:lnTo>
                    <a:pt x="26316" y="19779"/>
                  </a:lnTo>
                  <a:lnTo>
                    <a:pt x="26275" y="19011"/>
                  </a:lnTo>
                  <a:lnTo>
                    <a:pt x="26212" y="18243"/>
                  </a:lnTo>
                  <a:lnTo>
                    <a:pt x="26129" y="17454"/>
                  </a:lnTo>
                  <a:lnTo>
                    <a:pt x="26026" y="16686"/>
                  </a:lnTo>
                  <a:lnTo>
                    <a:pt x="25901" y="15939"/>
                  </a:lnTo>
                  <a:lnTo>
                    <a:pt x="25735" y="15171"/>
                  </a:lnTo>
                  <a:lnTo>
                    <a:pt x="25569" y="14404"/>
                  </a:lnTo>
                  <a:lnTo>
                    <a:pt x="25362" y="13656"/>
                  </a:lnTo>
                  <a:lnTo>
                    <a:pt x="25113" y="12909"/>
                  </a:lnTo>
                  <a:lnTo>
                    <a:pt x="24843" y="12183"/>
                  </a:lnTo>
                  <a:lnTo>
                    <a:pt x="24552" y="11457"/>
                  </a:lnTo>
                  <a:lnTo>
                    <a:pt x="24220" y="10751"/>
                  </a:lnTo>
                  <a:lnTo>
                    <a:pt x="23847" y="10045"/>
                  </a:lnTo>
                  <a:lnTo>
                    <a:pt x="23452" y="9381"/>
                  </a:lnTo>
                  <a:lnTo>
                    <a:pt x="23037" y="8717"/>
                  </a:lnTo>
                  <a:lnTo>
                    <a:pt x="22581" y="8094"/>
                  </a:lnTo>
                  <a:lnTo>
                    <a:pt x="22082" y="7493"/>
                  </a:lnTo>
                  <a:lnTo>
                    <a:pt x="21564" y="6932"/>
                  </a:lnTo>
                  <a:lnTo>
                    <a:pt x="21003" y="6393"/>
                  </a:lnTo>
                  <a:lnTo>
                    <a:pt x="20422" y="5895"/>
                  </a:lnTo>
                  <a:lnTo>
                    <a:pt x="20132" y="5645"/>
                  </a:lnTo>
                  <a:lnTo>
                    <a:pt x="19820" y="5417"/>
                  </a:lnTo>
                  <a:lnTo>
                    <a:pt x="19488" y="5210"/>
                  </a:lnTo>
                  <a:lnTo>
                    <a:pt x="19177" y="5002"/>
                  </a:lnTo>
                  <a:lnTo>
                    <a:pt x="18845" y="4815"/>
                  </a:lnTo>
                  <a:lnTo>
                    <a:pt x="18492" y="4629"/>
                  </a:lnTo>
                  <a:lnTo>
                    <a:pt x="18160" y="4442"/>
                  </a:lnTo>
                  <a:lnTo>
                    <a:pt x="17786" y="4296"/>
                  </a:lnTo>
                  <a:lnTo>
                    <a:pt x="17434" y="4172"/>
                  </a:lnTo>
                  <a:lnTo>
                    <a:pt x="17060" y="4089"/>
                  </a:lnTo>
                  <a:lnTo>
                    <a:pt x="16687" y="4027"/>
                  </a:lnTo>
                  <a:lnTo>
                    <a:pt x="16313" y="4027"/>
                  </a:lnTo>
                  <a:lnTo>
                    <a:pt x="16126" y="4047"/>
                  </a:lnTo>
                  <a:lnTo>
                    <a:pt x="15939" y="4068"/>
                  </a:lnTo>
                  <a:lnTo>
                    <a:pt x="15753" y="4110"/>
                  </a:lnTo>
                  <a:lnTo>
                    <a:pt x="15587" y="4172"/>
                  </a:lnTo>
                  <a:lnTo>
                    <a:pt x="15317" y="3861"/>
                  </a:lnTo>
                  <a:lnTo>
                    <a:pt x="15047" y="3570"/>
                  </a:lnTo>
                  <a:lnTo>
                    <a:pt x="14756" y="3259"/>
                  </a:lnTo>
                  <a:lnTo>
                    <a:pt x="14466" y="2989"/>
                  </a:lnTo>
                  <a:lnTo>
                    <a:pt x="14155" y="2698"/>
                  </a:lnTo>
                  <a:lnTo>
                    <a:pt x="13843" y="2429"/>
                  </a:lnTo>
                  <a:lnTo>
                    <a:pt x="13532" y="2180"/>
                  </a:lnTo>
                  <a:lnTo>
                    <a:pt x="13200" y="1931"/>
                  </a:lnTo>
                  <a:lnTo>
                    <a:pt x="12868" y="1702"/>
                  </a:lnTo>
                  <a:lnTo>
                    <a:pt x="12515" y="1474"/>
                  </a:lnTo>
                  <a:lnTo>
                    <a:pt x="12162" y="1266"/>
                  </a:lnTo>
                  <a:lnTo>
                    <a:pt x="11809" y="1080"/>
                  </a:lnTo>
                  <a:lnTo>
                    <a:pt x="11436" y="893"/>
                  </a:lnTo>
                  <a:lnTo>
                    <a:pt x="11062" y="727"/>
                  </a:lnTo>
                  <a:lnTo>
                    <a:pt x="10689" y="582"/>
                  </a:lnTo>
                  <a:lnTo>
                    <a:pt x="10294" y="457"/>
                  </a:lnTo>
                  <a:lnTo>
                    <a:pt x="9900" y="333"/>
                  </a:lnTo>
                  <a:lnTo>
                    <a:pt x="9506" y="229"/>
                  </a:lnTo>
                  <a:lnTo>
                    <a:pt x="9111" y="146"/>
                  </a:lnTo>
                  <a:lnTo>
                    <a:pt x="8696" y="83"/>
                  </a:lnTo>
                  <a:lnTo>
                    <a:pt x="8302" y="42"/>
                  </a:lnTo>
                  <a:lnTo>
                    <a:pt x="78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7900934" y="1557004"/>
              <a:ext cx="218703" cy="363677"/>
            </a:xfrm>
            <a:custGeom>
              <a:rect b="b" l="l" r="r" t="t"/>
              <a:pathLst>
                <a:path extrusionOk="0" h="20776" w="12494">
                  <a:moveTo>
                    <a:pt x="0" y="1"/>
                  </a:moveTo>
                  <a:lnTo>
                    <a:pt x="0" y="16749"/>
                  </a:lnTo>
                  <a:lnTo>
                    <a:pt x="21" y="17164"/>
                  </a:lnTo>
                  <a:lnTo>
                    <a:pt x="83" y="17579"/>
                  </a:lnTo>
                  <a:lnTo>
                    <a:pt x="187" y="17953"/>
                  </a:lnTo>
                  <a:lnTo>
                    <a:pt x="332" y="18326"/>
                  </a:lnTo>
                  <a:lnTo>
                    <a:pt x="498" y="18679"/>
                  </a:lnTo>
                  <a:lnTo>
                    <a:pt x="685" y="19011"/>
                  </a:lnTo>
                  <a:lnTo>
                    <a:pt x="934" y="19322"/>
                  </a:lnTo>
                  <a:lnTo>
                    <a:pt x="1183" y="19592"/>
                  </a:lnTo>
                  <a:lnTo>
                    <a:pt x="1474" y="19862"/>
                  </a:lnTo>
                  <a:lnTo>
                    <a:pt x="1785" y="20090"/>
                  </a:lnTo>
                  <a:lnTo>
                    <a:pt x="2117" y="20298"/>
                  </a:lnTo>
                  <a:lnTo>
                    <a:pt x="2470" y="20464"/>
                  </a:lnTo>
                  <a:lnTo>
                    <a:pt x="2823" y="20588"/>
                  </a:lnTo>
                  <a:lnTo>
                    <a:pt x="3217" y="20692"/>
                  </a:lnTo>
                  <a:lnTo>
                    <a:pt x="3611" y="20754"/>
                  </a:lnTo>
                  <a:lnTo>
                    <a:pt x="4026" y="20775"/>
                  </a:lnTo>
                  <a:lnTo>
                    <a:pt x="4566" y="20754"/>
                  </a:lnTo>
                  <a:lnTo>
                    <a:pt x="5105" y="20713"/>
                  </a:lnTo>
                  <a:lnTo>
                    <a:pt x="5624" y="20630"/>
                  </a:lnTo>
                  <a:lnTo>
                    <a:pt x="6143" y="20526"/>
                  </a:lnTo>
                  <a:lnTo>
                    <a:pt x="6641" y="20381"/>
                  </a:lnTo>
                  <a:lnTo>
                    <a:pt x="7139" y="20194"/>
                  </a:lnTo>
                  <a:lnTo>
                    <a:pt x="7617" y="20007"/>
                  </a:lnTo>
                  <a:lnTo>
                    <a:pt x="8094" y="19758"/>
                  </a:lnTo>
                  <a:lnTo>
                    <a:pt x="8551" y="19509"/>
                  </a:lnTo>
                  <a:lnTo>
                    <a:pt x="8986" y="19219"/>
                  </a:lnTo>
                  <a:lnTo>
                    <a:pt x="9401" y="18907"/>
                  </a:lnTo>
                  <a:lnTo>
                    <a:pt x="9796" y="18575"/>
                  </a:lnTo>
                  <a:lnTo>
                    <a:pt x="10190" y="18202"/>
                  </a:lnTo>
                  <a:lnTo>
                    <a:pt x="10543" y="17807"/>
                  </a:lnTo>
                  <a:lnTo>
                    <a:pt x="10896" y="17392"/>
                  </a:lnTo>
                  <a:lnTo>
                    <a:pt x="11207" y="16957"/>
                  </a:lnTo>
                  <a:lnTo>
                    <a:pt x="12494" y="15047"/>
                  </a:lnTo>
                  <a:lnTo>
                    <a:pt x="12494" y="6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7973946" y="1820396"/>
              <a:ext cx="169673" cy="265213"/>
            </a:xfrm>
            <a:custGeom>
              <a:rect b="b" l="l" r="r" t="t"/>
              <a:pathLst>
                <a:path extrusionOk="0" h="15151" w="9693">
                  <a:moveTo>
                    <a:pt x="8323" y="0"/>
                  </a:moveTo>
                  <a:lnTo>
                    <a:pt x="831" y="4794"/>
                  </a:lnTo>
                  <a:lnTo>
                    <a:pt x="685" y="5687"/>
                  </a:lnTo>
                  <a:lnTo>
                    <a:pt x="395" y="7555"/>
                  </a:lnTo>
                  <a:lnTo>
                    <a:pt x="1" y="10024"/>
                  </a:lnTo>
                  <a:lnTo>
                    <a:pt x="2948" y="15150"/>
                  </a:lnTo>
                  <a:lnTo>
                    <a:pt x="9693" y="9754"/>
                  </a:lnTo>
                  <a:lnTo>
                    <a:pt x="8323" y="0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7980843" y="1859257"/>
              <a:ext cx="112275" cy="93387"/>
            </a:xfrm>
            <a:custGeom>
              <a:rect b="b" l="l" r="r" t="t"/>
              <a:pathLst>
                <a:path extrusionOk="0" h="5335" w="6414">
                  <a:moveTo>
                    <a:pt x="6414" y="1"/>
                  </a:moveTo>
                  <a:lnTo>
                    <a:pt x="6102" y="395"/>
                  </a:lnTo>
                  <a:lnTo>
                    <a:pt x="5791" y="748"/>
                  </a:lnTo>
                  <a:lnTo>
                    <a:pt x="5459" y="1101"/>
                  </a:lnTo>
                  <a:lnTo>
                    <a:pt x="5106" y="1412"/>
                  </a:lnTo>
                  <a:lnTo>
                    <a:pt x="4733" y="1723"/>
                  </a:lnTo>
                  <a:lnTo>
                    <a:pt x="4338" y="1993"/>
                  </a:lnTo>
                  <a:lnTo>
                    <a:pt x="3944" y="2263"/>
                  </a:lnTo>
                  <a:lnTo>
                    <a:pt x="3529" y="2491"/>
                  </a:lnTo>
                  <a:lnTo>
                    <a:pt x="3135" y="2699"/>
                  </a:lnTo>
                  <a:lnTo>
                    <a:pt x="2761" y="2865"/>
                  </a:lnTo>
                  <a:lnTo>
                    <a:pt x="2367" y="3010"/>
                  </a:lnTo>
                  <a:lnTo>
                    <a:pt x="1952" y="3155"/>
                  </a:lnTo>
                  <a:lnTo>
                    <a:pt x="1557" y="3259"/>
                  </a:lnTo>
                  <a:lnTo>
                    <a:pt x="1142" y="3342"/>
                  </a:lnTo>
                  <a:lnTo>
                    <a:pt x="706" y="3425"/>
                  </a:lnTo>
                  <a:lnTo>
                    <a:pt x="291" y="3467"/>
                  </a:lnTo>
                  <a:lnTo>
                    <a:pt x="1" y="5335"/>
                  </a:lnTo>
                  <a:lnTo>
                    <a:pt x="520" y="5210"/>
                  </a:lnTo>
                  <a:lnTo>
                    <a:pt x="1039" y="5044"/>
                  </a:lnTo>
                  <a:lnTo>
                    <a:pt x="1557" y="4857"/>
                  </a:lnTo>
                  <a:lnTo>
                    <a:pt x="2055" y="4629"/>
                  </a:lnTo>
                  <a:lnTo>
                    <a:pt x="2533" y="4380"/>
                  </a:lnTo>
                  <a:lnTo>
                    <a:pt x="3010" y="4089"/>
                  </a:lnTo>
                  <a:lnTo>
                    <a:pt x="3446" y="3778"/>
                  </a:lnTo>
                  <a:lnTo>
                    <a:pt x="3882" y="3446"/>
                  </a:lnTo>
                  <a:lnTo>
                    <a:pt x="4276" y="3072"/>
                  </a:lnTo>
                  <a:lnTo>
                    <a:pt x="4670" y="2699"/>
                  </a:lnTo>
                  <a:lnTo>
                    <a:pt x="5023" y="2304"/>
                  </a:lnTo>
                  <a:lnTo>
                    <a:pt x="5355" y="1869"/>
                  </a:lnTo>
                  <a:lnTo>
                    <a:pt x="5667" y="1433"/>
                  </a:lnTo>
                  <a:lnTo>
                    <a:pt x="5936" y="976"/>
                  </a:lnTo>
                  <a:lnTo>
                    <a:pt x="6185" y="499"/>
                  </a:lnTo>
                  <a:lnTo>
                    <a:pt x="6414" y="1"/>
                  </a:lnTo>
                  <a:close/>
                </a:path>
              </a:pathLst>
            </a:custGeom>
            <a:solidFill>
              <a:srgbClr val="CF5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8088374" y="1729565"/>
              <a:ext cx="100284" cy="100284"/>
            </a:xfrm>
            <a:custGeom>
              <a:rect b="b" l="l" r="r" t="t"/>
              <a:pathLst>
                <a:path extrusionOk="0" h="5729" w="5729">
                  <a:moveTo>
                    <a:pt x="2574" y="1"/>
                  </a:moveTo>
                  <a:lnTo>
                    <a:pt x="2284" y="63"/>
                  </a:lnTo>
                  <a:lnTo>
                    <a:pt x="2014" y="125"/>
                  </a:lnTo>
                  <a:lnTo>
                    <a:pt x="1744" y="229"/>
                  </a:lnTo>
                  <a:lnTo>
                    <a:pt x="1495" y="333"/>
                  </a:lnTo>
                  <a:lnTo>
                    <a:pt x="1267" y="478"/>
                  </a:lnTo>
                  <a:lnTo>
                    <a:pt x="1039" y="644"/>
                  </a:lnTo>
                  <a:lnTo>
                    <a:pt x="831" y="831"/>
                  </a:lnTo>
                  <a:lnTo>
                    <a:pt x="665" y="1038"/>
                  </a:lnTo>
                  <a:lnTo>
                    <a:pt x="499" y="1267"/>
                  </a:lnTo>
                  <a:lnTo>
                    <a:pt x="354" y="1495"/>
                  </a:lnTo>
                  <a:lnTo>
                    <a:pt x="229" y="1744"/>
                  </a:lnTo>
                  <a:lnTo>
                    <a:pt x="125" y="2014"/>
                  </a:lnTo>
                  <a:lnTo>
                    <a:pt x="63" y="2284"/>
                  </a:lnTo>
                  <a:lnTo>
                    <a:pt x="22" y="2574"/>
                  </a:lnTo>
                  <a:lnTo>
                    <a:pt x="1" y="2865"/>
                  </a:lnTo>
                  <a:lnTo>
                    <a:pt x="22" y="3155"/>
                  </a:lnTo>
                  <a:lnTo>
                    <a:pt x="63" y="3446"/>
                  </a:lnTo>
                  <a:lnTo>
                    <a:pt x="125" y="3716"/>
                  </a:lnTo>
                  <a:lnTo>
                    <a:pt x="229" y="3965"/>
                  </a:lnTo>
                  <a:lnTo>
                    <a:pt x="354" y="4235"/>
                  </a:lnTo>
                  <a:lnTo>
                    <a:pt x="499" y="4463"/>
                  </a:lnTo>
                  <a:lnTo>
                    <a:pt x="665" y="4691"/>
                  </a:lnTo>
                  <a:lnTo>
                    <a:pt x="831" y="4878"/>
                  </a:lnTo>
                  <a:lnTo>
                    <a:pt x="1039" y="5065"/>
                  </a:lnTo>
                  <a:lnTo>
                    <a:pt x="1267" y="5231"/>
                  </a:lnTo>
                  <a:lnTo>
                    <a:pt x="1495" y="5376"/>
                  </a:lnTo>
                  <a:lnTo>
                    <a:pt x="1744" y="5500"/>
                  </a:lnTo>
                  <a:lnTo>
                    <a:pt x="2014" y="5604"/>
                  </a:lnTo>
                  <a:lnTo>
                    <a:pt x="2284" y="5667"/>
                  </a:lnTo>
                  <a:lnTo>
                    <a:pt x="2574" y="5708"/>
                  </a:lnTo>
                  <a:lnTo>
                    <a:pt x="2865" y="5729"/>
                  </a:lnTo>
                  <a:lnTo>
                    <a:pt x="3156" y="5708"/>
                  </a:lnTo>
                  <a:lnTo>
                    <a:pt x="3446" y="5667"/>
                  </a:lnTo>
                  <a:lnTo>
                    <a:pt x="3716" y="5604"/>
                  </a:lnTo>
                  <a:lnTo>
                    <a:pt x="3986" y="5500"/>
                  </a:lnTo>
                  <a:lnTo>
                    <a:pt x="4235" y="5376"/>
                  </a:lnTo>
                  <a:lnTo>
                    <a:pt x="4463" y="5231"/>
                  </a:lnTo>
                  <a:lnTo>
                    <a:pt x="4691" y="5065"/>
                  </a:lnTo>
                  <a:lnTo>
                    <a:pt x="4899" y="4878"/>
                  </a:lnTo>
                  <a:lnTo>
                    <a:pt x="5086" y="4691"/>
                  </a:lnTo>
                  <a:lnTo>
                    <a:pt x="5231" y="4463"/>
                  </a:lnTo>
                  <a:lnTo>
                    <a:pt x="5376" y="4235"/>
                  </a:lnTo>
                  <a:lnTo>
                    <a:pt x="5501" y="3965"/>
                  </a:lnTo>
                  <a:lnTo>
                    <a:pt x="5604" y="3716"/>
                  </a:lnTo>
                  <a:lnTo>
                    <a:pt x="5667" y="3446"/>
                  </a:lnTo>
                  <a:lnTo>
                    <a:pt x="5708" y="3155"/>
                  </a:lnTo>
                  <a:lnTo>
                    <a:pt x="5729" y="2865"/>
                  </a:lnTo>
                  <a:lnTo>
                    <a:pt x="5708" y="2574"/>
                  </a:lnTo>
                  <a:lnTo>
                    <a:pt x="5667" y="2284"/>
                  </a:lnTo>
                  <a:lnTo>
                    <a:pt x="5604" y="2014"/>
                  </a:lnTo>
                  <a:lnTo>
                    <a:pt x="5501" y="1744"/>
                  </a:lnTo>
                  <a:lnTo>
                    <a:pt x="5376" y="1495"/>
                  </a:lnTo>
                  <a:lnTo>
                    <a:pt x="5231" y="1267"/>
                  </a:lnTo>
                  <a:lnTo>
                    <a:pt x="5086" y="1038"/>
                  </a:lnTo>
                  <a:lnTo>
                    <a:pt x="4899" y="831"/>
                  </a:lnTo>
                  <a:lnTo>
                    <a:pt x="4691" y="644"/>
                  </a:lnTo>
                  <a:lnTo>
                    <a:pt x="4463" y="478"/>
                  </a:lnTo>
                  <a:lnTo>
                    <a:pt x="4235" y="333"/>
                  </a:lnTo>
                  <a:lnTo>
                    <a:pt x="3986" y="229"/>
                  </a:lnTo>
                  <a:lnTo>
                    <a:pt x="3716" y="125"/>
                  </a:lnTo>
                  <a:lnTo>
                    <a:pt x="3446" y="63"/>
                  </a:lnTo>
                  <a:lnTo>
                    <a:pt x="3156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8107279" y="1757905"/>
              <a:ext cx="62492" cy="51236"/>
            </a:xfrm>
            <a:custGeom>
              <a:rect b="b" l="l" r="r" t="t"/>
              <a:pathLst>
                <a:path extrusionOk="0" h="2927" w="3570">
                  <a:moveTo>
                    <a:pt x="2823" y="1"/>
                  </a:moveTo>
                  <a:lnTo>
                    <a:pt x="2511" y="21"/>
                  </a:lnTo>
                  <a:lnTo>
                    <a:pt x="2221" y="84"/>
                  </a:lnTo>
                  <a:lnTo>
                    <a:pt x="1909" y="187"/>
                  </a:lnTo>
                  <a:lnTo>
                    <a:pt x="1640" y="312"/>
                  </a:lnTo>
                  <a:lnTo>
                    <a:pt x="1370" y="457"/>
                  </a:lnTo>
                  <a:lnTo>
                    <a:pt x="1100" y="623"/>
                  </a:lnTo>
                  <a:lnTo>
                    <a:pt x="872" y="831"/>
                  </a:lnTo>
                  <a:lnTo>
                    <a:pt x="664" y="1059"/>
                  </a:lnTo>
                  <a:lnTo>
                    <a:pt x="477" y="1308"/>
                  </a:lnTo>
                  <a:lnTo>
                    <a:pt x="332" y="1578"/>
                  </a:lnTo>
                  <a:lnTo>
                    <a:pt x="208" y="1868"/>
                  </a:lnTo>
                  <a:lnTo>
                    <a:pt x="104" y="2159"/>
                  </a:lnTo>
                  <a:lnTo>
                    <a:pt x="21" y="2449"/>
                  </a:lnTo>
                  <a:lnTo>
                    <a:pt x="0" y="2761"/>
                  </a:lnTo>
                  <a:lnTo>
                    <a:pt x="0" y="2823"/>
                  </a:lnTo>
                  <a:lnTo>
                    <a:pt x="42" y="2865"/>
                  </a:lnTo>
                  <a:lnTo>
                    <a:pt x="83" y="2906"/>
                  </a:lnTo>
                  <a:lnTo>
                    <a:pt x="145" y="2927"/>
                  </a:lnTo>
                  <a:lnTo>
                    <a:pt x="208" y="2906"/>
                  </a:lnTo>
                  <a:lnTo>
                    <a:pt x="249" y="2885"/>
                  </a:lnTo>
                  <a:lnTo>
                    <a:pt x="291" y="2844"/>
                  </a:lnTo>
                  <a:lnTo>
                    <a:pt x="311" y="2782"/>
                  </a:lnTo>
                  <a:lnTo>
                    <a:pt x="332" y="2512"/>
                  </a:lnTo>
                  <a:lnTo>
                    <a:pt x="394" y="2242"/>
                  </a:lnTo>
                  <a:lnTo>
                    <a:pt x="477" y="1972"/>
                  </a:lnTo>
                  <a:lnTo>
                    <a:pt x="602" y="1723"/>
                  </a:lnTo>
                  <a:lnTo>
                    <a:pt x="747" y="1474"/>
                  </a:lnTo>
                  <a:lnTo>
                    <a:pt x="913" y="1267"/>
                  </a:lnTo>
                  <a:lnTo>
                    <a:pt x="1100" y="1059"/>
                  </a:lnTo>
                  <a:lnTo>
                    <a:pt x="1308" y="872"/>
                  </a:lnTo>
                  <a:lnTo>
                    <a:pt x="1536" y="706"/>
                  </a:lnTo>
                  <a:lnTo>
                    <a:pt x="1764" y="582"/>
                  </a:lnTo>
                  <a:lnTo>
                    <a:pt x="2034" y="478"/>
                  </a:lnTo>
                  <a:lnTo>
                    <a:pt x="2283" y="395"/>
                  </a:lnTo>
                  <a:lnTo>
                    <a:pt x="2553" y="333"/>
                  </a:lnTo>
                  <a:lnTo>
                    <a:pt x="2843" y="312"/>
                  </a:lnTo>
                  <a:lnTo>
                    <a:pt x="3113" y="312"/>
                  </a:lnTo>
                  <a:lnTo>
                    <a:pt x="3383" y="333"/>
                  </a:lnTo>
                  <a:lnTo>
                    <a:pt x="3445" y="333"/>
                  </a:lnTo>
                  <a:lnTo>
                    <a:pt x="3508" y="312"/>
                  </a:lnTo>
                  <a:lnTo>
                    <a:pt x="3549" y="270"/>
                  </a:lnTo>
                  <a:lnTo>
                    <a:pt x="3570" y="208"/>
                  </a:lnTo>
                  <a:lnTo>
                    <a:pt x="3570" y="146"/>
                  </a:lnTo>
                  <a:lnTo>
                    <a:pt x="3549" y="104"/>
                  </a:lnTo>
                  <a:lnTo>
                    <a:pt x="3508" y="63"/>
                  </a:lnTo>
                  <a:lnTo>
                    <a:pt x="3445" y="42"/>
                  </a:lnTo>
                  <a:lnTo>
                    <a:pt x="3134" y="1"/>
                  </a:lnTo>
                  <a:close/>
                </a:path>
              </a:pathLst>
            </a:custGeom>
            <a:solidFill>
              <a:srgbClr val="CF5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8125799" y="1768442"/>
              <a:ext cx="37075" cy="33434"/>
            </a:xfrm>
            <a:custGeom>
              <a:rect b="b" l="l" r="r" t="t"/>
              <a:pathLst>
                <a:path extrusionOk="0" h="1910" w="2118">
                  <a:moveTo>
                    <a:pt x="104" y="0"/>
                  </a:moveTo>
                  <a:lnTo>
                    <a:pt x="63" y="21"/>
                  </a:lnTo>
                  <a:lnTo>
                    <a:pt x="21" y="63"/>
                  </a:lnTo>
                  <a:lnTo>
                    <a:pt x="1" y="125"/>
                  </a:lnTo>
                  <a:lnTo>
                    <a:pt x="1" y="187"/>
                  </a:lnTo>
                  <a:lnTo>
                    <a:pt x="21" y="229"/>
                  </a:lnTo>
                  <a:lnTo>
                    <a:pt x="63" y="270"/>
                  </a:lnTo>
                  <a:lnTo>
                    <a:pt x="125" y="291"/>
                  </a:lnTo>
                  <a:lnTo>
                    <a:pt x="416" y="374"/>
                  </a:lnTo>
                  <a:lnTo>
                    <a:pt x="685" y="478"/>
                  </a:lnTo>
                  <a:lnTo>
                    <a:pt x="955" y="623"/>
                  </a:lnTo>
                  <a:lnTo>
                    <a:pt x="1184" y="810"/>
                  </a:lnTo>
                  <a:lnTo>
                    <a:pt x="1391" y="1017"/>
                  </a:lnTo>
                  <a:lnTo>
                    <a:pt x="1557" y="1266"/>
                  </a:lnTo>
                  <a:lnTo>
                    <a:pt x="1702" y="1515"/>
                  </a:lnTo>
                  <a:lnTo>
                    <a:pt x="1827" y="1806"/>
                  </a:lnTo>
                  <a:lnTo>
                    <a:pt x="1848" y="1847"/>
                  </a:lnTo>
                  <a:lnTo>
                    <a:pt x="1868" y="1889"/>
                  </a:lnTo>
                  <a:lnTo>
                    <a:pt x="1910" y="1910"/>
                  </a:lnTo>
                  <a:lnTo>
                    <a:pt x="2014" y="1910"/>
                  </a:lnTo>
                  <a:lnTo>
                    <a:pt x="2055" y="1889"/>
                  </a:lnTo>
                  <a:lnTo>
                    <a:pt x="2097" y="1827"/>
                  </a:lnTo>
                  <a:lnTo>
                    <a:pt x="2117" y="1785"/>
                  </a:lnTo>
                  <a:lnTo>
                    <a:pt x="2117" y="1723"/>
                  </a:lnTo>
                  <a:lnTo>
                    <a:pt x="1993" y="1391"/>
                  </a:lnTo>
                  <a:lnTo>
                    <a:pt x="1827" y="1100"/>
                  </a:lnTo>
                  <a:lnTo>
                    <a:pt x="1619" y="810"/>
                  </a:lnTo>
                  <a:lnTo>
                    <a:pt x="1391" y="582"/>
                  </a:lnTo>
                  <a:lnTo>
                    <a:pt x="1121" y="374"/>
                  </a:lnTo>
                  <a:lnTo>
                    <a:pt x="831" y="208"/>
                  </a:lnTo>
                  <a:lnTo>
                    <a:pt x="499" y="83"/>
                  </a:lnTo>
                  <a:lnTo>
                    <a:pt x="333" y="21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F5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7964494" y="1731017"/>
              <a:ext cx="27990" cy="89746"/>
            </a:xfrm>
            <a:custGeom>
              <a:rect b="b" l="l" r="r" t="t"/>
              <a:pathLst>
                <a:path extrusionOk="0" h="5127" w="1599">
                  <a:moveTo>
                    <a:pt x="1371" y="1"/>
                  </a:moveTo>
                  <a:lnTo>
                    <a:pt x="1329" y="42"/>
                  </a:lnTo>
                  <a:lnTo>
                    <a:pt x="1288" y="105"/>
                  </a:lnTo>
                  <a:lnTo>
                    <a:pt x="22" y="3840"/>
                  </a:lnTo>
                  <a:lnTo>
                    <a:pt x="1" y="3985"/>
                  </a:lnTo>
                  <a:lnTo>
                    <a:pt x="1" y="4110"/>
                  </a:lnTo>
                  <a:lnTo>
                    <a:pt x="22" y="4255"/>
                  </a:lnTo>
                  <a:lnTo>
                    <a:pt x="63" y="4380"/>
                  </a:lnTo>
                  <a:lnTo>
                    <a:pt x="125" y="4504"/>
                  </a:lnTo>
                  <a:lnTo>
                    <a:pt x="229" y="4608"/>
                  </a:lnTo>
                  <a:lnTo>
                    <a:pt x="333" y="4691"/>
                  </a:lnTo>
                  <a:lnTo>
                    <a:pt x="458" y="4753"/>
                  </a:lnTo>
                  <a:lnTo>
                    <a:pt x="1391" y="5127"/>
                  </a:lnTo>
                  <a:lnTo>
                    <a:pt x="1495" y="5127"/>
                  </a:lnTo>
                  <a:lnTo>
                    <a:pt x="1537" y="5106"/>
                  </a:lnTo>
                  <a:lnTo>
                    <a:pt x="1557" y="5085"/>
                  </a:lnTo>
                  <a:lnTo>
                    <a:pt x="1578" y="5044"/>
                  </a:lnTo>
                  <a:lnTo>
                    <a:pt x="1599" y="4982"/>
                  </a:lnTo>
                  <a:lnTo>
                    <a:pt x="1578" y="4919"/>
                  </a:lnTo>
                  <a:lnTo>
                    <a:pt x="1557" y="4878"/>
                  </a:lnTo>
                  <a:lnTo>
                    <a:pt x="1495" y="4836"/>
                  </a:lnTo>
                  <a:lnTo>
                    <a:pt x="582" y="4463"/>
                  </a:lnTo>
                  <a:lnTo>
                    <a:pt x="499" y="4442"/>
                  </a:lnTo>
                  <a:lnTo>
                    <a:pt x="437" y="4380"/>
                  </a:lnTo>
                  <a:lnTo>
                    <a:pt x="375" y="4318"/>
                  </a:lnTo>
                  <a:lnTo>
                    <a:pt x="333" y="4255"/>
                  </a:lnTo>
                  <a:lnTo>
                    <a:pt x="312" y="4172"/>
                  </a:lnTo>
                  <a:lnTo>
                    <a:pt x="312" y="4089"/>
                  </a:lnTo>
                  <a:lnTo>
                    <a:pt x="312" y="4006"/>
                  </a:lnTo>
                  <a:lnTo>
                    <a:pt x="333" y="3944"/>
                  </a:lnTo>
                  <a:lnTo>
                    <a:pt x="1599" y="188"/>
                  </a:lnTo>
                  <a:lnTo>
                    <a:pt x="1599" y="146"/>
                  </a:lnTo>
                  <a:lnTo>
                    <a:pt x="1578" y="84"/>
                  </a:lnTo>
                  <a:lnTo>
                    <a:pt x="1537" y="42"/>
                  </a:lnTo>
                  <a:lnTo>
                    <a:pt x="1495" y="1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7904925" y="1711045"/>
              <a:ext cx="72679" cy="37075"/>
            </a:xfrm>
            <a:custGeom>
              <a:rect b="b" l="l" r="r" t="t"/>
              <a:pathLst>
                <a:path extrusionOk="0" h="2118" w="4152">
                  <a:moveTo>
                    <a:pt x="1910" y="0"/>
                  </a:moveTo>
                  <a:lnTo>
                    <a:pt x="1764" y="21"/>
                  </a:lnTo>
                  <a:lnTo>
                    <a:pt x="1578" y="63"/>
                  </a:lnTo>
                  <a:lnTo>
                    <a:pt x="1391" y="104"/>
                  </a:lnTo>
                  <a:lnTo>
                    <a:pt x="1225" y="166"/>
                  </a:lnTo>
                  <a:lnTo>
                    <a:pt x="1059" y="249"/>
                  </a:lnTo>
                  <a:lnTo>
                    <a:pt x="768" y="415"/>
                  </a:lnTo>
                  <a:lnTo>
                    <a:pt x="498" y="602"/>
                  </a:lnTo>
                  <a:lnTo>
                    <a:pt x="291" y="768"/>
                  </a:lnTo>
                  <a:lnTo>
                    <a:pt x="125" y="913"/>
                  </a:lnTo>
                  <a:lnTo>
                    <a:pt x="0" y="1059"/>
                  </a:lnTo>
                  <a:lnTo>
                    <a:pt x="125" y="1204"/>
                  </a:lnTo>
                  <a:lnTo>
                    <a:pt x="291" y="1349"/>
                  </a:lnTo>
                  <a:lnTo>
                    <a:pt x="498" y="1515"/>
                  </a:lnTo>
                  <a:lnTo>
                    <a:pt x="768" y="1702"/>
                  </a:lnTo>
                  <a:lnTo>
                    <a:pt x="1059" y="1868"/>
                  </a:lnTo>
                  <a:lnTo>
                    <a:pt x="1225" y="1930"/>
                  </a:lnTo>
                  <a:lnTo>
                    <a:pt x="1391" y="2013"/>
                  </a:lnTo>
                  <a:lnTo>
                    <a:pt x="1578" y="2055"/>
                  </a:lnTo>
                  <a:lnTo>
                    <a:pt x="1764" y="2096"/>
                  </a:lnTo>
                  <a:lnTo>
                    <a:pt x="1910" y="2117"/>
                  </a:lnTo>
                  <a:lnTo>
                    <a:pt x="2283" y="2117"/>
                  </a:lnTo>
                  <a:lnTo>
                    <a:pt x="2491" y="2076"/>
                  </a:lnTo>
                  <a:lnTo>
                    <a:pt x="2698" y="2034"/>
                  </a:lnTo>
                  <a:lnTo>
                    <a:pt x="2885" y="1951"/>
                  </a:lnTo>
                  <a:lnTo>
                    <a:pt x="3072" y="1868"/>
                  </a:lnTo>
                  <a:lnTo>
                    <a:pt x="3238" y="1785"/>
                  </a:lnTo>
                  <a:lnTo>
                    <a:pt x="3549" y="1598"/>
                  </a:lnTo>
                  <a:lnTo>
                    <a:pt x="3798" y="1391"/>
                  </a:lnTo>
                  <a:lnTo>
                    <a:pt x="3985" y="1225"/>
                  </a:lnTo>
                  <a:lnTo>
                    <a:pt x="4151" y="1059"/>
                  </a:lnTo>
                  <a:lnTo>
                    <a:pt x="3985" y="893"/>
                  </a:lnTo>
                  <a:lnTo>
                    <a:pt x="3798" y="727"/>
                  </a:lnTo>
                  <a:lnTo>
                    <a:pt x="3549" y="519"/>
                  </a:lnTo>
                  <a:lnTo>
                    <a:pt x="3238" y="332"/>
                  </a:lnTo>
                  <a:lnTo>
                    <a:pt x="3072" y="229"/>
                  </a:lnTo>
                  <a:lnTo>
                    <a:pt x="2885" y="166"/>
                  </a:lnTo>
                  <a:lnTo>
                    <a:pt x="2698" y="83"/>
                  </a:lnTo>
                  <a:lnTo>
                    <a:pt x="2491" y="42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7902020" y="1708139"/>
              <a:ext cx="78123" cy="23999"/>
            </a:xfrm>
            <a:custGeom>
              <a:rect b="b" l="l" r="r" t="t"/>
              <a:pathLst>
                <a:path extrusionOk="0" h="1371" w="4463">
                  <a:moveTo>
                    <a:pt x="2242" y="0"/>
                  </a:moveTo>
                  <a:lnTo>
                    <a:pt x="2013" y="21"/>
                  </a:lnTo>
                  <a:lnTo>
                    <a:pt x="1806" y="42"/>
                  </a:lnTo>
                  <a:lnTo>
                    <a:pt x="1598" y="104"/>
                  </a:lnTo>
                  <a:lnTo>
                    <a:pt x="1391" y="166"/>
                  </a:lnTo>
                  <a:lnTo>
                    <a:pt x="1204" y="249"/>
                  </a:lnTo>
                  <a:lnTo>
                    <a:pt x="1017" y="332"/>
                  </a:lnTo>
                  <a:lnTo>
                    <a:pt x="706" y="540"/>
                  </a:lnTo>
                  <a:lnTo>
                    <a:pt x="436" y="747"/>
                  </a:lnTo>
                  <a:lnTo>
                    <a:pt x="229" y="934"/>
                  </a:lnTo>
                  <a:lnTo>
                    <a:pt x="42" y="1121"/>
                  </a:lnTo>
                  <a:lnTo>
                    <a:pt x="21" y="1162"/>
                  </a:lnTo>
                  <a:lnTo>
                    <a:pt x="0" y="1225"/>
                  </a:lnTo>
                  <a:lnTo>
                    <a:pt x="21" y="1287"/>
                  </a:lnTo>
                  <a:lnTo>
                    <a:pt x="63" y="1329"/>
                  </a:lnTo>
                  <a:lnTo>
                    <a:pt x="104" y="1370"/>
                  </a:lnTo>
                  <a:lnTo>
                    <a:pt x="229" y="1370"/>
                  </a:lnTo>
                  <a:lnTo>
                    <a:pt x="270" y="1329"/>
                  </a:lnTo>
                  <a:lnTo>
                    <a:pt x="436" y="1162"/>
                  </a:lnTo>
                  <a:lnTo>
                    <a:pt x="623" y="996"/>
                  </a:lnTo>
                  <a:lnTo>
                    <a:pt x="872" y="810"/>
                  </a:lnTo>
                  <a:lnTo>
                    <a:pt x="1163" y="623"/>
                  </a:lnTo>
                  <a:lnTo>
                    <a:pt x="1308" y="540"/>
                  </a:lnTo>
                  <a:lnTo>
                    <a:pt x="1474" y="457"/>
                  </a:lnTo>
                  <a:lnTo>
                    <a:pt x="1661" y="395"/>
                  </a:lnTo>
                  <a:lnTo>
                    <a:pt x="1847" y="353"/>
                  </a:lnTo>
                  <a:lnTo>
                    <a:pt x="2034" y="312"/>
                  </a:lnTo>
                  <a:lnTo>
                    <a:pt x="2428" y="312"/>
                  </a:lnTo>
                  <a:lnTo>
                    <a:pt x="2636" y="353"/>
                  </a:lnTo>
                  <a:lnTo>
                    <a:pt x="2802" y="395"/>
                  </a:lnTo>
                  <a:lnTo>
                    <a:pt x="2989" y="457"/>
                  </a:lnTo>
                  <a:lnTo>
                    <a:pt x="3155" y="540"/>
                  </a:lnTo>
                  <a:lnTo>
                    <a:pt x="3321" y="623"/>
                  </a:lnTo>
                  <a:lnTo>
                    <a:pt x="3611" y="810"/>
                  </a:lnTo>
                  <a:lnTo>
                    <a:pt x="3860" y="996"/>
                  </a:lnTo>
                  <a:lnTo>
                    <a:pt x="4027" y="1162"/>
                  </a:lnTo>
                  <a:lnTo>
                    <a:pt x="4193" y="1329"/>
                  </a:lnTo>
                  <a:lnTo>
                    <a:pt x="4255" y="1349"/>
                  </a:lnTo>
                  <a:lnTo>
                    <a:pt x="4296" y="1370"/>
                  </a:lnTo>
                  <a:lnTo>
                    <a:pt x="4359" y="1370"/>
                  </a:lnTo>
                  <a:lnTo>
                    <a:pt x="4421" y="1329"/>
                  </a:lnTo>
                  <a:lnTo>
                    <a:pt x="4442" y="1287"/>
                  </a:lnTo>
                  <a:lnTo>
                    <a:pt x="4462" y="1225"/>
                  </a:lnTo>
                  <a:lnTo>
                    <a:pt x="4462" y="1162"/>
                  </a:lnTo>
                  <a:lnTo>
                    <a:pt x="4421" y="1121"/>
                  </a:lnTo>
                  <a:lnTo>
                    <a:pt x="4234" y="934"/>
                  </a:lnTo>
                  <a:lnTo>
                    <a:pt x="4027" y="747"/>
                  </a:lnTo>
                  <a:lnTo>
                    <a:pt x="3777" y="540"/>
                  </a:lnTo>
                  <a:lnTo>
                    <a:pt x="3445" y="332"/>
                  </a:lnTo>
                  <a:lnTo>
                    <a:pt x="3279" y="249"/>
                  </a:lnTo>
                  <a:lnTo>
                    <a:pt x="3072" y="166"/>
                  </a:lnTo>
                  <a:lnTo>
                    <a:pt x="2885" y="104"/>
                  </a:lnTo>
                  <a:lnTo>
                    <a:pt x="2678" y="42"/>
                  </a:lnTo>
                  <a:lnTo>
                    <a:pt x="2470" y="21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904925" y="1711412"/>
              <a:ext cx="35622" cy="36340"/>
            </a:xfrm>
            <a:custGeom>
              <a:rect b="b" l="l" r="r" t="t"/>
              <a:pathLst>
                <a:path extrusionOk="0" h="2076" w="2035">
                  <a:moveTo>
                    <a:pt x="1764" y="0"/>
                  </a:moveTo>
                  <a:lnTo>
                    <a:pt x="1578" y="42"/>
                  </a:lnTo>
                  <a:lnTo>
                    <a:pt x="1391" y="83"/>
                  </a:lnTo>
                  <a:lnTo>
                    <a:pt x="1225" y="145"/>
                  </a:lnTo>
                  <a:lnTo>
                    <a:pt x="1059" y="228"/>
                  </a:lnTo>
                  <a:lnTo>
                    <a:pt x="768" y="394"/>
                  </a:lnTo>
                  <a:lnTo>
                    <a:pt x="498" y="581"/>
                  </a:lnTo>
                  <a:lnTo>
                    <a:pt x="291" y="747"/>
                  </a:lnTo>
                  <a:lnTo>
                    <a:pt x="125" y="892"/>
                  </a:lnTo>
                  <a:lnTo>
                    <a:pt x="0" y="1038"/>
                  </a:lnTo>
                  <a:lnTo>
                    <a:pt x="125" y="1183"/>
                  </a:lnTo>
                  <a:lnTo>
                    <a:pt x="291" y="1328"/>
                  </a:lnTo>
                  <a:lnTo>
                    <a:pt x="498" y="1494"/>
                  </a:lnTo>
                  <a:lnTo>
                    <a:pt x="768" y="1681"/>
                  </a:lnTo>
                  <a:lnTo>
                    <a:pt x="1059" y="1847"/>
                  </a:lnTo>
                  <a:lnTo>
                    <a:pt x="1225" y="1909"/>
                  </a:lnTo>
                  <a:lnTo>
                    <a:pt x="1391" y="1992"/>
                  </a:lnTo>
                  <a:lnTo>
                    <a:pt x="1578" y="2034"/>
                  </a:lnTo>
                  <a:lnTo>
                    <a:pt x="1764" y="2075"/>
                  </a:lnTo>
                  <a:lnTo>
                    <a:pt x="1868" y="1826"/>
                  </a:lnTo>
                  <a:lnTo>
                    <a:pt x="1972" y="1577"/>
                  </a:lnTo>
                  <a:lnTo>
                    <a:pt x="2013" y="1308"/>
                  </a:lnTo>
                  <a:lnTo>
                    <a:pt x="2034" y="1038"/>
                  </a:lnTo>
                  <a:lnTo>
                    <a:pt x="2013" y="747"/>
                  </a:lnTo>
                  <a:lnTo>
                    <a:pt x="1972" y="498"/>
                  </a:lnTo>
                  <a:lnTo>
                    <a:pt x="1868" y="228"/>
                  </a:lnTo>
                  <a:lnTo>
                    <a:pt x="1764" y="0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8008816" y="1711045"/>
              <a:ext cx="72679" cy="37075"/>
            </a:xfrm>
            <a:custGeom>
              <a:rect b="b" l="l" r="r" t="t"/>
              <a:pathLst>
                <a:path extrusionOk="0" h="2118" w="4152">
                  <a:moveTo>
                    <a:pt x="1931" y="0"/>
                  </a:moveTo>
                  <a:lnTo>
                    <a:pt x="1765" y="21"/>
                  </a:lnTo>
                  <a:lnTo>
                    <a:pt x="1578" y="63"/>
                  </a:lnTo>
                  <a:lnTo>
                    <a:pt x="1412" y="104"/>
                  </a:lnTo>
                  <a:lnTo>
                    <a:pt x="1225" y="166"/>
                  </a:lnTo>
                  <a:lnTo>
                    <a:pt x="1080" y="249"/>
                  </a:lnTo>
                  <a:lnTo>
                    <a:pt x="769" y="415"/>
                  </a:lnTo>
                  <a:lnTo>
                    <a:pt x="520" y="602"/>
                  </a:lnTo>
                  <a:lnTo>
                    <a:pt x="291" y="768"/>
                  </a:lnTo>
                  <a:lnTo>
                    <a:pt x="146" y="913"/>
                  </a:lnTo>
                  <a:lnTo>
                    <a:pt x="1" y="1059"/>
                  </a:lnTo>
                  <a:lnTo>
                    <a:pt x="146" y="1204"/>
                  </a:lnTo>
                  <a:lnTo>
                    <a:pt x="291" y="1349"/>
                  </a:lnTo>
                  <a:lnTo>
                    <a:pt x="520" y="1515"/>
                  </a:lnTo>
                  <a:lnTo>
                    <a:pt x="769" y="1702"/>
                  </a:lnTo>
                  <a:lnTo>
                    <a:pt x="1080" y="1868"/>
                  </a:lnTo>
                  <a:lnTo>
                    <a:pt x="1225" y="1951"/>
                  </a:lnTo>
                  <a:lnTo>
                    <a:pt x="1412" y="2013"/>
                  </a:lnTo>
                  <a:lnTo>
                    <a:pt x="1578" y="2055"/>
                  </a:lnTo>
                  <a:lnTo>
                    <a:pt x="1765" y="2096"/>
                  </a:lnTo>
                  <a:lnTo>
                    <a:pt x="1931" y="2117"/>
                  </a:lnTo>
                  <a:lnTo>
                    <a:pt x="2305" y="2117"/>
                  </a:lnTo>
                  <a:lnTo>
                    <a:pt x="2491" y="2076"/>
                  </a:lnTo>
                  <a:lnTo>
                    <a:pt x="2699" y="2034"/>
                  </a:lnTo>
                  <a:lnTo>
                    <a:pt x="2886" y="1951"/>
                  </a:lnTo>
                  <a:lnTo>
                    <a:pt x="3072" y="1868"/>
                  </a:lnTo>
                  <a:lnTo>
                    <a:pt x="3238" y="1785"/>
                  </a:lnTo>
                  <a:lnTo>
                    <a:pt x="3550" y="1598"/>
                  </a:lnTo>
                  <a:lnTo>
                    <a:pt x="3799" y="1391"/>
                  </a:lnTo>
                  <a:lnTo>
                    <a:pt x="3986" y="1225"/>
                  </a:lnTo>
                  <a:lnTo>
                    <a:pt x="4152" y="1059"/>
                  </a:lnTo>
                  <a:lnTo>
                    <a:pt x="3986" y="893"/>
                  </a:lnTo>
                  <a:lnTo>
                    <a:pt x="3799" y="727"/>
                  </a:lnTo>
                  <a:lnTo>
                    <a:pt x="3550" y="519"/>
                  </a:lnTo>
                  <a:lnTo>
                    <a:pt x="3238" y="332"/>
                  </a:lnTo>
                  <a:lnTo>
                    <a:pt x="3072" y="249"/>
                  </a:lnTo>
                  <a:lnTo>
                    <a:pt x="2886" y="166"/>
                  </a:lnTo>
                  <a:lnTo>
                    <a:pt x="2699" y="83"/>
                  </a:lnTo>
                  <a:lnTo>
                    <a:pt x="2491" y="42"/>
                  </a:lnTo>
                  <a:lnTo>
                    <a:pt x="23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8006277" y="1708139"/>
              <a:ext cx="78123" cy="23999"/>
            </a:xfrm>
            <a:custGeom>
              <a:rect b="b" l="l" r="r" t="t"/>
              <a:pathLst>
                <a:path extrusionOk="0" h="1371" w="4463">
                  <a:moveTo>
                    <a:pt x="2221" y="0"/>
                  </a:moveTo>
                  <a:lnTo>
                    <a:pt x="1993" y="21"/>
                  </a:lnTo>
                  <a:lnTo>
                    <a:pt x="1785" y="42"/>
                  </a:lnTo>
                  <a:lnTo>
                    <a:pt x="1578" y="104"/>
                  </a:lnTo>
                  <a:lnTo>
                    <a:pt x="1370" y="166"/>
                  </a:lnTo>
                  <a:lnTo>
                    <a:pt x="1184" y="249"/>
                  </a:lnTo>
                  <a:lnTo>
                    <a:pt x="1018" y="353"/>
                  </a:lnTo>
                  <a:lnTo>
                    <a:pt x="685" y="540"/>
                  </a:lnTo>
                  <a:lnTo>
                    <a:pt x="416" y="747"/>
                  </a:lnTo>
                  <a:lnTo>
                    <a:pt x="229" y="934"/>
                  </a:lnTo>
                  <a:lnTo>
                    <a:pt x="42" y="1121"/>
                  </a:lnTo>
                  <a:lnTo>
                    <a:pt x="1" y="1183"/>
                  </a:lnTo>
                  <a:lnTo>
                    <a:pt x="1" y="1225"/>
                  </a:lnTo>
                  <a:lnTo>
                    <a:pt x="1" y="1287"/>
                  </a:lnTo>
                  <a:lnTo>
                    <a:pt x="42" y="1329"/>
                  </a:lnTo>
                  <a:lnTo>
                    <a:pt x="104" y="1370"/>
                  </a:lnTo>
                  <a:lnTo>
                    <a:pt x="208" y="1370"/>
                  </a:lnTo>
                  <a:lnTo>
                    <a:pt x="270" y="1329"/>
                  </a:lnTo>
                  <a:lnTo>
                    <a:pt x="416" y="1162"/>
                  </a:lnTo>
                  <a:lnTo>
                    <a:pt x="602" y="996"/>
                  </a:lnTo>
                  <a:lnTo>
                    <a:pt x="852" y="810"/>
                  </a:lnTo>
                  <a:lnTo>
                    <a:pt x="1142" y="623"/>
                  </a:lnTo>
                  <a:lnTo>
                    <a:pt x="1308" y="540"/>
                  </a:lnTo>
                  <a:lnTo>
                    <a:pt x="1474" y="457"/>
                  </a:lnTo>
                  <a:lnTo>
                    <a:pt x="1640" y="395"/>
                  </a:lnTo>
                  <a:lnTo>
                    <a:pt x="1827" y="353"/>
                  </a:lnTo>
                  <a:lnTo>
                    <a:pt x="2034" y="312"/>
                  </a:lnTo>
                  <a:lnTo>
                    <a:pt x="2429" y="312"/>
                  </a:lnTo>
                  <a:lnTo>
                    <a:pt x="2616" y="353"/>
                  </a:lnTo>
                  <a:lnTo>
                    <a:pt x="2802" y="395"/>
                  </a:lnTo>
                  <a:lnTo>
                    <a:pt x="2968" y="457"/>
                  </a:lnTo>
                  <a:lnTo>
                    <a:pt x="3155" y="540"/>
                  </a:lnTo>
                  <a:lnTo>
                    <a:pt x="3300" y="623"/>
                  </a:lnTo>
                  <a:lnTo>
                    <a:pt x="3591" y="810"/>
                  </a:lnTo>
                  <a:lnTo>
                    <a:pt x="3840" y="996"/>
                  </a:lnTo>
                  <a:lnTo>
                    <a:pt x="4027" y="1162"/>
                  </a:lnTo>
                  <a:lnTo>
                    <a:pt x="4193" y="1329"/>
                  </a:lnTo>
                  <a:lnTo>
                    <a:pt x="4234" y="1370"/>
                  </a:lnTo>
                  <a:lnTo>
                    <a:pt x="4338" y="1370"/>
                  </a:lnTo>
                  <a:lnTo>
                    <a:pt x="4400" y="1329"/>
                  </a:lnTo>
                  <a:lnTo>
                    <a:pt x="4442" y="1287"/>
                  </a:lnTo>
                  <a:lnTo>
                    <a:pt x="4463" y="1225"/>
                  </a:lnTo>
                  <a:lnTo>
                    <a:pt x="4442" y="1183"/>
                  </a:lnTo>
                  <a:lnTo>
                    <a:pt x="4421" y="1121"/>
                  </a:lnTo>
                  <a:lnTo>
                    <a:pt x="4234" y="934"/>
                  </a:lnTo>
                  <a:lnTo>
                    <a:pt x="4027" y="747"/>
                  </a:lnTo>
                  <a:lnTo>
                    <a:pt x="3757" y="540"/>
                  </a:lnTo>
                  <a:lnTo>
                    <a:pt x="3446" y="353"/>
                  </a:lnTo>
                  <a:lnTo>
                    <a:pt x="3259" y="249"/>
                  </a:lnTo>
                  <a:lnTo>
                    <a:pt x="3072" y="166"/>
                  </a:lnTo>
                  <a:lnTo>
                    <a:pt x="2865" y="104"/>
                  </a:lnTo>
                  <a:lnTo>
                    <a:pt x="2657" y="42"/>
                  </a:lnTo>
                  <a:lnTo>
                    <a:pt x="2450" y="21"/>
                  </a:lnTo>
                  <a:lnTo>
                    <a:pt x="2221" y="0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8008816" y="1711412"/>
              <a:ext cx="35990" cy="36340"/>
            </a:xfrm>
            <a:custGeom>
              <a:rect b="b" l="l" r="r" t="t"/>
              <a:pathLst>
                <a:path extrusionOk="0" h="2076" w="2056">
                  <a:moveTo>
                    <a:pt x="1765" y="0"/>
                  </a:moveTo>
                  <a:lnTo>
                    <a:pt x="1578" y="42"/>
                  </a:lnTo>
                  <a:lnTo>
                    <a:pt x="1412" y="83"/>
                  </a:lnTo>
                  <a:lnTo>
                    <a:pt x="1225" y="145"/>
                  </a:lnTo>
                  <a:lnTo>
                    <a:pt x="1080" y="228"/>
                  </a:lnTo>
                  <a:lnTo>
                    <a:pt x="769" y="394"/>
                  </a:lnTo>
                  <a:lnTo>
                    <a:pt x="520" y="581"/>
                  </a:lnTo>
                  <a:lnTo>
                    <a:pt x="291" y="747"/>
                  </a:lnTo>
                  <a:lnTo>
                    <a:pt x="146" y="892"/>
                  </a:lnTo>
                  <a:lnTo>
                    <a:pt x="1" y="1038"/>
                  </a:lnTo>
                  <a:lnTo>
                    <a:pt x="146" y="1183"/>
                  </a:lnTo>
                  <a:lnTo>
                    <a:pt x="291" y="1328"/>
                  </a:lnTo>
                  <a:lnTo>
                    <a:pt x="520" y="1494"/>
                  </a:lnTo>
                  <a:lnTo>
                    <a:pt x="769" y="1681"/>
                  </a:lnTo>
                  <a:lnTo>
                    <a:pt x="1080" y="1847"/>
                  </a:lnTo>
                  <a:lnTo>
                    <a:pt x="1225" y="1930"/>
                  </a:lnTo>
                  <a:lnTo>
                    <a:pt x="1412" y="1992"/>
                  </a:lnTo>
                  <a:lnTo>
                    <a:pt x="1578" y="2034"/>
                  </a:lnTo>
                  <a:lnTo>
                    <a:pt x="1765" y="2075"/>
                  </a:lnTo>
                  <a:lnTo>
                    <a:pt x="1889" y="1847"/>
                  </a:lnTo>
                  <a:lnTo>
                    <a:pt x="1972" y="1577"/>
                  </a:lnTo>
                  <a:lnTo>
                    <a:pt x="2035" y="1308"/>
                  </a:lnTo>
                  <a:lnTo>
                    <a:pt x="2055" y="1038"/>
                  </a:lnTo>
                  <a:lnTo>
                    <a:pt x="2035" y="768"/>
                  </a:lnTo>
                  <a:lnTo>
                    <a:pt x="1972" y="498"/>
                  </a:lnTo>
                  <a:lnTo>
                    <a:pt x="1889" y="228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8009551" y="1652194"/>
              <a:ext cx="73397" cy="40698"/>
            </a:xfrm>
            <a:custGeom>
              <a:rect b="b" l="l" r="r" t="t"/>
              <a:pathLst>
                <a:path extrusionOk="0" h="2325" w="4193">
                  <a:moveTo>
                    <a:pt x="146" y="0"/>
                  </a:moveTo>
                  <a:lnTo>
                    <a:pt x="42" y="374"/>
                  </a:lnTo>
                  <a:lnTo>
                    <a:pt x="21" y="581"/>
                  </a:lnTo>
                  <a:lnTo>
                    <a:pt x="0" y="747"/>
                  </a:lnTo>
                  <a:lnTo>
                    <a:pt x="21" y="934"/>
                  </a:lnTo>
                  <a:lnTo>
                    <a:pt x="42" y="1121"/>
                  </a:lnTo>
                  <a:lnTo>
                    <a:pt x="104" y="1287"/>
                  </a:lnTo>
                  <a:lnTo>
                    <a:pt x="187" y="1453"/>
                  </a:lnTo>
                  <a:lnTo>
                    <a:pt x="2159" y="1889"/>
                  </a:lnTo>
                  <a:lnTo>
                    <a:pt x="4130" y="2325"/>
                  </a:lnTo>
                  <a:lnTo>
                    <a:pt x="4193" y="1785"/>
                  </a:lnTo>
                  <a:lnTo>
                    <a:pt x="3715" y="1474"/>
                  </a:lnTo>
                  <a:lnTo>
                    <a:pt x="3238" y="1204"/>
                  </a:lnTo>
                  <a:lnTo>
                    <a:pt x="2740" y="934"/>
                  </a:lnTo>
                  <a:lnTo>
                    <a:pt x="2242" y="706"/>
                  </a:lnTo>
                  <a:lnTo>
                    <a:pt x="1744" y="498"/>
                  </a:lnTo>
                  <a:lnTo>
                    <a:pt x="1225" y="312"/>
                  </a:lnTo>
                  <a:lnTo>
                    <a:pt x="685" y="146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7904190" y="1652194"/>
              <a:ext cx="73047" cy="40698"/>
            </a:xfrm>
            <a:custGeom>
              <a:rect b="b" l="l" r="r" t="t"/>
              <a:pathLst>
                <a:path extrusionOk="0" h="2325" w="4173">
                  <a:moveTo>
                    <a:pt x="4027" y="0"/>
                  </a:moveTo>
                  <a:lnTo>
                    <a:pt x="3487" y="146"/>
                  </a:lnTo>
                  <a:lnTo>
                    <a:pt x="2969" y="312"/>
                  </a:lnTo>
                  <a:lnTo>
                    <a:pt x="2450" y="498"/>
                  </a:lnTo>
                  <a:lnTo>
                    <a:pt x="1931" y="706"/>
                  </a:lnTo>
                  <a:lnTo>
                    <a:pt x="1433" y="934"/>
                  </a:lnTo>
                  <a:lnTo>
                    <a:pt x="935" y="1204"/>
                  </a:lnTo>
                  <a:lnTo>
                    <a:pt x="457" y="1474"/>
                  </a:lnTo>
                  <a:lnTo>
                    <a:pt x="1" y="1785"/>
                  </a:lnTo>
                  <a:lnTo>
                    <a:pt x="42" y="2325"/>
                  </a:lnTo>
                  <a:lnTo>
                    <a:pt x="2014" y="1889"/>
                  </a:lnTo>
                  <a:lnTo>
                    <a:pt x="3986" y="1453"/>
                  </a:lnTo>
                  <a:lnTo>
                    <a:pt x="4069" y="1287"/>
                  </a:lnTo>
                  <a:lnTo>
                    <a:pt x="4131" y="1121"/>
                  </a:lnTo>
                  <a:lnTo>
                    <a:pt x="4172" y="934"/>
                  </a:lnTo>
                  <a:lnTo>
                    <a:pt x="4172" y="747"/>
                  </a:lnTo>
                  <a:lnTo>
                    <a:pt x="4152" y="581"/>
                  </a:lnTo>
                  <a:lnTo>
                    <a:pt x="4131" y="374"/>
                  </a:lnTo>
                  <a:lnTo>
                    <a:pt x="40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7933983" y="1833840"/>
              <a:ext cx="89029" cy="39245"/>
            </a:xfrm>
            <a:custGeom>
              <a:rect b="b" l="l" r="r" t="t"/>
              <a:pathLst>
                <a:path extrusionOk="0" h="2242" w="5086">
                  <a:moveTo>
                    <a:pt x="3799" y="0"/>
                  </a:moveTo>
                  <a:lnTo>
                    <a:pt x="3155" y="21"/>
                  </a:lnTo>
                  <a:lnTo>
                    <a:pt x="2512" y="62"/>
                  </a:lnTo>
                  <a:lnTo>
                    <a:pt x="1889" y="125"/>
                  </a:lnTo>
                  <a:lnTo>
                    <a:pt x="1246" y="208"/>
                  </a:lnTo>
                  <a:lnTo>
                    <a:pt x="623" y="311"/>
                  </a:lnTo>
                  <a:lnTo>
                    <a:pt x="1" y="457"/>
                  </a:lnTo>
                  <a:lnTo>
                    <a:pt x="63" y="664"/>
                  </a:lnTo>
                  <a:lnTo>
                    <a:pt x="167" y="851"/>
                  </a:lnTo>
                  <a:lnTo>
                    <a:pt x="270" y="1038"/>
                  </a:lnTo>
                  <a:lnTo>
                    <a:pt x="395" y="1204"/>
                  </a:lnTo>
                  <a:lnTo>
                    <a:pt x="540" y="1370"/>
                  </a:lnTo>
                  <a:lnTo>
                    <a:pt x="685" y="1536"/>
                  </a:lnTo>
                  <a:lnTo>
                    <a:pt x="831" y="1660"/>
                  </a:lnTo>
                  <a:lnTo>
                    <a:pt x="1018" y="1785"/>
                  </a:lnTo>
                  <a:lnTo>
                    <a:pt x="1184" y="1909"/>
                  </a:lnTo>
                  <a:lnTo>
                    <a:pt x="1370" y="1992"/>
                  </a:lnTo>
                  <a:lnTo>
                    <a:pt x="1578" y="2075"/>
                  </a:lnTo>
                  <a:lnTo>
                    <a:pt x="1785" y="2138"/>
                  </a:lnTo>
                  <a:lnTo>
                    <a:pt x="1993" y="2179"/>
                  </a:lnTo>
                  <a:lnTo>
                    <a:pt x="2201" y="2221"/>
                  </a:lnTo>
                  <a:lnTo>
                    <a:pt x="2429" y="2241"/>
                  </a:lnTo>
                  <a:lnTo>
                    <a:pt x="2636" y="2221"/>
                  </a:lnTo>
                  <a:lnTo>
                    <a:pt x="2865" y="2200"/>
                  </a:lnTo>
                  <a:lnTo>
                    <a:pt x="3072" y="2158"/>
                  </a:lnTo>
                  <a:lnTo>
                    <a:pt x="3280" y="2096"/>
                  </a:lnTo>
                  <a:lnTo>
                    <a:pt x="3487" y="2013"/>
                  </a:lnTo>
                  <a:lnTo>
                    <a:pt x="3695" y="1930"/>
                  </a:lnTo>
                  <a:lnTo>
                    <a:pt x="3882" y="1806"/>
                  </a:lnTo>
                  <a:lnTo>
                    <a:pt x="4048" y="1681"/>
                  </a:lnTo>
                  <a:lnTo>
                    <a:pt x="4214" y="1557"/>
                  </a:lnTo>
                  <a:lnTo>
                    <a:pt x="4380" y="1391"/>
                  </a:lnTo>
                  <a:lnTo>
                    <a:pt x="4525" y="1225"/>
                  </a:lnTo>
                  <a:lnTo>
                    <a:pt x="4649" y="1059"/>
                  </a:lnTo>
                  <a:lnTo>
                    <a:pt x="4774" y="872"/>
                  </a:lnTo>
                  <a:lnTo>
                    <a:pt x="4878" y="685"/>
                  </a:lnTo>
                  <a:lnTo>
                    <a:pt x="4961" y="477"/>
                  </a:lnTo>
                  <a:lnTo>
                    <a:pt x="5023" y="270"/>
                  </a:lnTo>
                  <a:lnTo>
                    <a:pt x="5085" y="62"/>
                  </a:lnTo>
                  <a:lnTo>
                    <a:pt x="4442" y="21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7898029" y="1543928"/>
              <a:ext cx="237591" cy="196192"/>
            </a:xfrm>
            <a:custGeom>
              <a:rect b="b" l="l" r="r" t="t"/>
              <a:pathLst>
                <a:path extrusionOk="0" h="11208" w="13573">
                  <a:moveTo>
                    <a:pt x="0" y="1"/>
                  </a:moveTo>
                  <a:lnTo>
                    <a:pt x="125" y="3716"/>
                  </a:lnTo>
                  <a:lnTo>
                    <a:pt x="789" y="4048"/>
                  </a:lnTo>
                  <a:lnTo>
                    <a:pt x="1474" y="4338"/>
                  </a:lnTo>
                  <a:lnTo>
                    <a:pt x="2158" y="4587"/>
                  </a:lnTo>
                  <a:lnTo>
                    <a:pt x="2885" y="4774"/>
                  </a:lnTo>
                  <a:lnTo>
                    <a:pt x="3611" y="4940"/>
                  </a:lnTo>
                  <a:lnTo>
                    <a:pt x="4338" y="5065"/>
                  </a:lnTo>
                  <a:lnTo>
                    <a:pt x="5085" y="5127"/>
                  </a:lnTo>
                  <a:lnTo>
                    <a:pt x="5832" y="5148"/>
                  </a:lnTo>
                  <a:lnTo>
                    <a:pt x="6558" y="5127"/>
                  </a:lnTo>
                  <a:lnTo>
                    <a:pt x="7305" y="5065"/>
                  </a:lnTo>
                  <a:lnTo>
                    <a:pt x="8011" y="4961"/>
                  </a:lnTo>
                  <a:lnTo>
                    <a:pt x="8737" y="4795"/>
                  </a:lnTo>
                  <a:lnTo>
                    <a:pt x="9422" y="4608"/>
                  </a:lnTo>
                  <a:lnTo>
                    <a:pt x="10128" y="4359"/>
                  </a:lnTo>
                  <a:lnTo>
                    <a:pt x="10792" y="4068"/>
                  </a:lnTo>
                  <a:lnTo>
                    <a:pt x="11477" y="3757"/>
                  </a:lnTo>
                  <a:lnTo>
                    <a:pt x="11477" y="3757"/>
                  </a:lnTo>
                  <a:lnTo>
                    <a:pt x="11394" y="4214"/>
                  </a:lnTo>
                  <a:lnTo>
                    <a:pt x="11332" y="4691"/>
                  </a:lnTo>
                  <a:lnTo>
                    <a:pt x="11269" y="5148"/>
                  </a:lnTo>
                  <a:lnTo>
                    <a:pt x="11249" y="5625"/>
                  </a:lnTo>
                  <a:lnTo>
                    <a:pt x="11228" y="6102"/>
                  </a:lnTo>
                  <a:lnTo>
                    <a:pt x="11228" y="6580"/>
                  </a:lnTo>
                  <a:lnTo>
                    <a:pt x="11228" y="7036"/>
                  </a:lnTo>
                  <a:lnTo>
                    <a:pt x="11249" y="7513"/>
                  </a:lnTo>
                  <a:lnTo>
                    <a:pt x="11290" y="7991"/>
                  </a:lnTo>
                  <a:lnTo>
                    <a:pt x="11352" y="8447"/>
                  </a:lnTo>
                  <a:lnTo>
                    <a:pt x="11435" y="8925"/>
                  </a:lnTo>
                  <a:lnTo>
                    <a:pt x="11518" y="9381"/>
                  </a:lnTo>
                  <a:lnTo>
                    <a:pt x="11622" y="9838"/>
                  </a:lnTo>
                  <a:lnTo>
                    <a:pt x="11726" y="10294"/>
                  </a:lnTo>
                  <a:lnTo>
                    <a:pt x="11850" y="10751"/>
                  </a:lnTo>
                  <a:lnTo>
                    <a:pt x="11996" y="11208"/>
                  </a:lnTo>
                  <a:lnTo>
                    <a:pt x="12162" y="11083"/>
                  </a:lnTo>
                  <a:lnTo>
                    <a:pt x="12348" y="10979"/>
                  </a:lnTo>
                  <a:lnTo>
                    <a:pt x="12535" y="10876"/>
                  </a:lnTo>
                  <a:lnTo>
                    <a:pt x="12722" y="10793"/>
                  </a:lnTo>
                  <a:lnTo>
                    <a:pt x="12930" y="10730"/>
                  </a:lnTo>
                  <a:lnTo>
                    <a:pt x="13137" y="10668"/>
                  </a:lnTo>
                  <a:lnTo>
                    <a:pt x="13345" y="10627"/>
                  </a:lnTo>
                  <a:lnTo>
                    <a:pt x="13573" y="10606"/>
                  </a:lnTo>
                  <a:lnTo>
                    <a:pt x="13573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8311436" y="4492728"/>
              <a:ext cx="98831" cy="164946"/>
            </a:xfrm>
            <a:custGeom>
              <a:rect b="b" l="l" r="r" t="t"/>
              <a:pathLst>
                <a:path extrusionOk="0" h="9423" w="5646">
                  <a:moveTo>
                    <a:pt x="1" y="0"/>
                  </a:moveTo>
                  <a:lnTo>
                    <a:pt x="395" y="6849"/>
                  </a:lnTo>
                  <a:lnTo>
                    <a:pt x="789" y="9423"/>
                  </a:lnTo>
                  <a:lnTo>
                    <a:pt x="5251" y="9423"/>
                  </a:lnTo>
                  <a:lnTo>
                    <a:pt x="5646" y="6704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8087289" y="4591542"/>
              <a:ext cx="353139" cy="140597"/>
            </a:xfrm>
            <a:custGeom>
              <a:rect b="b" l="l" r="r" t="t"/>
              <a:pathLst>
                <a:path extrusionOk="0" h="8032" w="20174">
                  <a:moveTo>
                    <a:pt x="12162" y="0"/>
                  </a:moveTo>
                  <a:lnTo>
                    <a:pt x="12017" y="21"/>
                  </a:lnTo>
                  <a:lnTo>
                    <a:pt x="11893" y="83"/>
                  </a:lnTo>
                  <a:lnTo>
                    <a:pt x="11747" y="146"/>
                  </a:lnTo>
                  <a:lnTo>
                    <a:pt x="11623" y="229"/>
                  </a:lnTo>
                  <a:lnTo>
                    <a:pt x="11498" y="312"/>
                  </a:lnTo>
                  <a:lnTo>
                    <a:pt x="11394" y="436"/>
                  </a:lnTo>
                  <a:lnTo>
                    <a:pt x="11291" y="561"/>
                  </a:lnTo>
                  <a:lnTo>
                    <a:pt x="10689" y="1349"/>
                  </a:lnTo>
                  <a:lnTo>
                    <a:pt x="10461" y="1640"/>
                  </a:lnTo>
                  <a:lnTo>
                    <a:pt x="10211" y="1889"/>
                  </a:lnTo>
                  <a:lnTo>
                    <a:pt x="9962" y="2117"/>
                  </a:lnTo>
                  <a:lnTo>
                    <a:pt x="9672" y="2304"/>
                  </a:lnTo>
                  <a:lnTo>
                    <a:pt x="9381" y="2449"/>
                  </a:lnTo>
                  <a:lnTo>
                    <a:pt x="9070" y="2574"/>
                  </a:lnTo>
                  <a:lnTo>
                    <a:pt x="8759" y="2657"/>
                  </a:lnTo>
                  <a:lnTo>
                    <a:pt x="8447" y="2698"/>
                  </a:lnTo>
                  <a:lnTo>
                    <a:pt x="2782" y="3196"/>
                  </a:lnTo>
                  <a:lnTo>
                    <a:pt x="2512" y="3238"/>
                  </a:lnTo>
                  <a:lnTo>
                    <a:pt x="2221" y="3321"/>
                  </a:lnTo>
                  <a:lnTo>
                    <a:pt x="1972" y="3425"/>
                  </a:lnTo>
                  <a:lnTo>
                    <a:pt x="1723" y="3549"/>
                  </a:lnTo>
                  <a:lnTo>
                    <a:pt x="1474" y="3715"/>
                  </a:lnTo>
                  <a:lnTo>
                    <a:pt x="1267" y="3881"/>
                  </a:lnTo>
                  <a:lnTo>
                    <a:pt x="1038" y="4089"/>
                  </a:lnTo>
                  <a:lnTo>
                    <a:pt x="852" y="4317"/>
                  </a:lnTo>
                  <a:lnTo>
                    <a:pt x="686" y="4587"/>
                  </a:lnTo>
                  <a:lnTo>
                    <a:pt x="520" y="4857"/>
                  </a:lnTo>
                  <a:lnTo>
                    <a:pt x="374" y="5126"/>
                  </a:lnTo>
                  <a:lnTo>
                    <a:pt x="270" y="5438"/>
                  </a:lnTo>
                  <a:lnTo>
                    <a:pt x="167" y="5749"/>
                  </a:lnTo>
                  <a:lnTo>
                    <a:pt x="84" y="6081"/>
                  </a:lnTo>
                  <a:lnTo>
                    <a:pt x="42" y="6434"/>
                  </a:lnTo>
                  <a:lnTo>
                    <a:pt x="21" y="6787"/>
                  </a:lnTo>
                  <a:lnTo>
                    <a:pt x="1" y="6953"/>
                  </a:lnTo>
                  <a:lnTo>
                    <a:pt x="21" y="7160"/>
                  </a:lnTo>
                  <a:lnTo>
                    <a:pt x="84" y="7368"/>
                  </a:lnTo>
                  <a:lnTo>
                    <a:pt x="167" y="7555"/>
                  </a:lnTo>
                  <a:lnTo>
                    <a:pt x="270" y="7721"/>
                  </a:lnTo>
                  <a:lnTo>
                    <a:pt x="395" y="7845"/>
                  </a:lnTo>
                  <a:lnTo>
                    <a:pt x="540" y="7949"/>
                  </a:lnTo>
                  <a:lnTo>
                    <a:pt x="706" y="8011"/>
                  </a:lnTo>
                  <a:lnTo>
                    <a:pt x="872" y="8032"/>
                  </a:lnTo>
                  <a:lnTo>
                    <a:pt x="19260" y="8032"/>
                  </a:lnTo>
                  <a:lnTo>
                    <a:pt x="19364" y="8011"/>
                  </a:lnTo>
                  <a:lnTo>
                    <a:pt x="19551" y="7949"/>
                  </a:lnTo>
                  <a:lnTo>
                    <a:pt x="19717" y="7824"/>
                  </a:lnTo>
                  <a:lnTo>
                    <a:pt x="19862" y="7679"/>
                  </a:lnTo>
                  <a:lnTo>
                    <a:pt x="19986" y="7492"/>
                  </a:lnTo>
                  <a:lnTo>
                    <a:pt x="20090" y="7264"/>
                  </a:lnTo>
                  <a:lnTo>
                    <a:pt x="20153" y="7036"/>
                  </a:lnTo>
                  <a:lnTo>
                    <a:pt x="20173" y="6787"/>
                  </a:lnTo>
                  <a:lnTo>
                    <a:pt x="20173" y="1661"/>
                  </a:lnTo>
                  <a:lnTo>
                    <a:pt x="20132" y="1391"/>
                  </a:lnTo>
                  <a:lnTo>
                    <a:pt x="20049" y="1142"/>
                  </a:lnTo>
                  <a:lnTo>
                    <a:pt x="19924" y="934"/>
                  </a:lnTo>
                  <a:lnTo>
                    <a:pt x="19800" y="747"/>
                  </a:lnTo>
                  <a:lnTo>
                    <a:pt x="19634" y="602"/>
                  </a:lnTo>
                  <a:lnTo>
                    <a:pt x="19447" y="478"/>
                  </a:lnTo>
                  <a:lnTo>
                    <a:pt x="19260" y="415"/>
                  </a:lnTo>
                  <a:lnTo>
                    <a:pt x="19156" y="395"/>
                  </a:lnTo>
                  <a:lnTo>
                    <a:pt x="19053" y="374"/>
                  </a:lnTo>
                  <a:lnTo>
                    <a:pt x="18887" y="395"/>
                  </a:lnTo>
                  <a:lnTo>
                    <a:pt x="18741" y="436"/>
                  </a:lnTo>
                  <a:lnTo>
                    <a:pt x="18596" y="498"/>
                  </a:lnTo>
                  <a:lnTo>
                    <a:pt x="18471" y="581"/>
                  </a:lnTo>
                  <a:lnTo>
                    <a:pt x="18347" y="685"/>
                  </a:lnTo>
                  <a:lnTo>
                    <a:pt x="18222" y="810"/>
                  </a:lnTo>
                  <a:lnTo>
                    <a:pt x="18139" y="955"/>
                  </a:lnTo>
                  <a:lnTo>
                    <a:pt x="18056" y="1121"/>
                  </a:lnTo>
                  <a:lnTo>
                    <a:pt x="17870" y="1453"/>
                  </a:lnTo>
                  <a:lnTo>
                    <a:pt x="17745" y="1681"/>
                  </a:lnTo>
                  <a:lnTo>
                    <a:pt x="17579" y="1889"/>
                  </a:lnTo>
                  <a:lnTo>
                    <a:pt x="17413" y="2055"/>
                  </a:lnTo>
                  <a:lnTo>
                    <a:pt x="17226" y="2200"/>
                  </a:lnTo>
                  <a:lnTo>
                    <a:pt x="17019" y="2304"/>
                  </a:lnTo>
                  <a:lnTo>
                    <a:pt x="16811" y="2387"/>
                  </a:lnTo>
                  <a:lnTo>
                    <a:pt x="16583" y="2449"/>
                  </a:lnTo>
                  <a:lnTo>
                    <a:pt x="15275" y="2449"/>
                  </a:lnTo>
                  <a:lnTo>
                    <a:pt x="15026" y="2429"/>
                  </a:lnTo>
                  <a:lnTo>
                    <a:pt x="14757" y="2366"/>
                  </a:lnTo>
                  <a:lnTo>
                    <a:pt x="14508" y="2242"/>
                  </a:lnTo>
                  <a:lnTo>
                    <a:pt x="14279" y="2096"/>
                  </a:lnTo>
                  <a:lnTo>
                    <a:pt x="14072" y="1889"/>
                  </a:lnTo>
                  <a:lnTo>
                    <a:pt x="13885" y="1661"/>
                  </a:lnTo>
                  <a:lnTo>
                    <a:pt x="13740" y="1391"/>
                  </a:lnTo>
                  <a:lnTo>
                    <a:pt x="13615" y="1100"/>
                  </a:lnTo>
                  <a:lnTo>
                    <a:pt x="13511" y="851"/>
                  </a:lnTo>
                  <a:lnTo>
                    <a:pt x="13387" y="644"/>
                  </a:lnTo>
                  <a:lnTo>
                    <a:pt x="13242" y="457"/>
                  </a:lnTo>
                  <a:lnTo>
                    <a:pt x="13096" y="291"/>
                  </a:lnTo>
                  <a:lnTo>
                    <a:pt x="12909" y="166"/>
                  </a:lnTo>
                  <a:lnTo>
                    <a:pt x="12723" y="63"/>
                  </a:lnTo>
                  <a:lnTo>
                    <a:pt x="12515" y="21"/>
                  </a:lnTo>
                  <a:lnTo>
                    <a:pt x="123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087289" y="4710328"/>
              <a:ext cx="353139" cy="21811"/>
            </a:xfrm>
            <a:custGeom>
              <a:rect b="b" l="l" r="r" t="t"/>
              <a:pathLst>
                <a:path extrusionOk="0" h="1246" w="20174">
                  <a:moveTo>
                    <a:pt x="21" y="1"/>
                  </a:moveTo>
                  <a:lnTo>
                    <a:pt x="1" y="167"/>
                  </a:lnTo>
                  <a:lnTo>
                    <a:pt x="21" y="374"/>
                  </a:lnTo>
                  <a:lnTo>
                    <a:pt x="84" y="582"/>
                  </a:lnTo>
                  <a:lnTo>
                    <a:pt x="167" y="769"/>
                  </a:lnTo>
                  <a:lnTo>
                    <a:pt x="270" y="935"/>
                  </a:lnTo>
                  <a:lnTo>
                    <a:pt x="395" y="1059"/>
                  </a:lnTo>
                  <a:lnTo>
                    <a:pt x="540" y="1163"/>
                  </a:lnTo>
                  <a:lnTo>
                    <a:pt x="706" y="1225"/>
                  </a:lnTo>
                  <a:lnTo>
                    <a:pt x="872" y="1246"/>
                  </a:lnTo>
                  <a:lnTo>
                    <a:pt x="19260" y="1246"/>
                  </a:lnTo>
                  <a:lnTo>
                    <a:pt x="19364" y="1225"/>
                  </a:lnTo>
                  <a:lnTo>
                    <a:pt x="19551" y="1163"/>
                  </a:lnTo>
                  <a:lnTo>
                    <a:pt x="19717" y="1038"/>
                  </a:lnTo>
                  <a:lnTo>
                    <a:pt x="19862" y="893"/>
                  </a:lnTo>
                  <a:lnTo>
                    <a:pt x="19986" y="706"/>
                  </a:lnTo>
                  <a:lnTo>
                    <a:pt x="20090" y="478"/>
                  </a:lnTo>
                  <a:lnTo>
                    <a:pt x="20153" y="250"/>
                  </a:lnTo>
                  <a:lnTo>
                    <a:pt x="20173" y="1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313257" y="4522521"/>
              <a:ext cx="97011" cy="26537"/>
            </a:xfrm>
            <a:custGeom>
              <a:rect b="b" l="l" r="r" t="t"/>
              <a:pathLst>
                <a:path extrusionOk="0" h="1516" w="5542">
                  <a:moveTo>
                    <a:pt x="0" y="0"/>
                  </a:moveTo>
                  <a:lnTo>
                    <a:pt x="5542" y="1515"/>
                  </a:lnTo>
                  <a:lnTo>
                    <a:pt x="5542" y="0"/>
                  </a:lnTo>
                  <a:close/>
                </a:path>
              </a:pathLst>
            </a:custGeom>
            <a:solidFill>
              <a:srgbClr val="CF5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7054461" y="4490540"/>
              <a:ext cx="134803" cy="167135"/>
            </a:xfrm>
            <a:custGeom>
              <a:rect b="b" l="l" r="r" t="t"/>
              <a:pathLst>
                <a:path extrusionOk="0" h="9548" w="7701">
                  <a:moveTo>
                    <a:pt x="2056" y="1"/>
                  </a:moveTo>
                  <a:lnTo>
                    <a:pt x="1" y="6974"/>
                  </a:lnTo>
                  <a:lnTo>
                    <a:pt x="416" y="9548"/>
                  </a:lnTo>
                  <a:lnTo>
                    <a:pt x="4857" y="9548"/>
                  </a:lnTo>
                  <a:lnTo>
                    <a:pt x="5252" y="6829"/>
                  </a:lnTo>
                  <a:lnTo>
                    <a:pt x="7701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6823785" y="4591542"/>
              <a:ext cx="352771" cy="140597"/>
            </a:xfrm>
            <a:custGeom>
              <a:rect b="b" l="l" r="r" t="t"/>
              <a:pathLst>
                <a:path extrusionOk="0" h="8032" w="20153">
                  <a:moveTo>
                    <a:pt x="12162" y="0"/>
                  </a:moveTo>
                  <a:lnTo>
                    <a:pt x="12017" y="21"/>
                  </a:lnTo>
                  <a:lnTo>
                    <a:pt x="11871" y="83"/>
                  </a:lnTo>
                  <a:lnTo>
                    <a:pt x="11747" y="146"/>
                  </a:lnTo>
                  <a:lnTo>
                    <a:pt x="11602" y="229"/>
                  </a:lnTo>
                  <a:lnTo>
                    <a:pt x="11498" y="312"/>
                  </a:lnTo>
                  <a:lnTo>
                    <a:pt x="11373" y="436"/>
                  </a:lnTo>
                  <a:lnTo>
                    <a:pt x="11270" y="561"/>
                  </a:lnTo>
                  <a:lnTo>
                    <a:pt x="10689" y="1349"/>
                  </a:lnTo>
                  <a:lnTo>
                    <a:pt x="10460" y="1640"/>
                  </a:lnTo>
                  <a:lnTo>
                    <a:pt x="10211" y="1889"/>
                  </a:lnTo>
                  <a:lnTo>
                    <a:pt x="9941" y="2117"/>
                  </a:lnTo>
                  <a:lnTo>
                    <a:pt x="9651" y="2304"/>
                  </a:lnTo>
                  <a:lnTo>
                    <a:pt x="9360" y="2449"/>
                  </a:lnTo>
                  <a:lnTo>
                    <a:pt x="9070" y="2574"/>
                  </a:lnTo>
                  <a:lnTo>
                    <a:pt x="8758" y="2657"/>
                  </a:lnTo>
                  <a:lnTo>
                    <a:pt x="8426" y="2698"/>
                  </a:lnTo>
                  <a:lnTo>
                    <a:pt x="2761" y="3196"/>
                  </a:lnTo>
                  <a:lnTo>
                    <a:pt x="2491" y="3238"/>
                  </a:lnTo>
                  <a:lnTo>
                    <a:pt x="2221" y="3321"/>
                  </a:lnTo>
                  <a:lnTo>
                    <a:pt x="1951" y="3425"/>
                  </a:lnTo>
                  <a:lnTo>
                    <a:pt x="1702" y="3549"/>
                  </a:lnTo>
                  <a:lnTo>
                    <a:pt x="1474" y="3715"/>
                  </a:lnTo>
                  <a:lnTo>
                    <a:pt x="1246" y="3881"/>
                  </a:lnTo>
                  <a:lnTo>
                    <a:pt x="1038" y="4089"/>
                  </a:lnTo>
                  <a:lnTo>
                    <a:pt x="831" y="4317"/>
                  </a:lnTo>
                  <a:lnTo>
                    <a:pt x="664" y="4587"/>
                  </a:lnTo>
                  <a:lnTo>
                    <a:pt x="498" y="4857"/>
                  </a:lnTo>
                  <a:lnTo>
                    <a:pt x="374" y="5126"/>
                  </a:lnTo>
                  <a:lnTo>
                    <a:pt x="249" y="5438"/>
                  </a:lnTo>
                  <a:lnTo>
                    <a:pt x="146" y="5749"/>
                  </a:lnTo>
                  <a:lnTo>
                    <a:pt x="83" y="6081"/>
                  </a:lnTo>
                  <a:lnTo>
                    <a:pt x="21" y="6434"/>
                  </a:lnTo>
                  <a:lnTo>
                    <a:pt x="0" y="6787"/>
                  </a:lnTo>
                  <a:lnTo>
                    <a:pt x="0" y="6953"/>
                  </a:lnTo>
                  <a:lnTo>
                    <a:pt x="21" y="7160"/>
                  </a:lnTo>
                  <a:lnTo>
                    <a:pt x="63" y="7368"/>
                  </a:lnTo>
                  <a:lnTo>
                    <a:pt x="146" y="7555"/>
                  </a:lnTo>
                  <a:lnTo>
                    <a:pt x="249" y="7721"/>
                  </a:lnTo>
                  <a:lnTo>
                    <a:pt x="374" y="7845"/>
                  </a:lnTo>
                  <a:lnTo>
                    <a:pt x="519" y="7949"/>
                  </a:lnTo>
                  <a:lnTo>
                    <a:pt x="685" y="8011"/>
                  </a:lnTo>
                  <a:lnTo>
                    <a:pt x="851" y="8032"/>
                  </a:lnTo>
                  <a:lnTo>
                    <a:pt x="19239" y="8032"/>
                  </a:lnTo>
                  <a:lnTo>
                    <a:pt x="19343" y="8011"/>
                  </a:lnTo>
                  <a:lnTo>
                    <a:pt x="19530" y="7949"/>
                  </a:lnTo>
                  <a:lnTo>
                    <a:pt x="19716" y="7824"/>
                  </a:lnTo>
                  <a:lnTo>
                    <a:pt x="19862" y="7679"/>
                  </a:lnTo>
                  <a:lnTo>
                    <a:pt x="19986" y="7492"/>
                  </a:lnTo>
                  <a:lnTo>
                    <a:pt x="20069" y="7264"/>
                  </a:lnTo>
                  <a:lnTo>
                    <a:pt x="20131" y="7036"/>
                  </a:lnTo>
                  <a:lnTo>
                    <a:pt x="20152" y="6787"/>
                  </a:lnTo>
                  <a:lnTo>
                    <a:pt x="20152" y="1661"/>
                  </a:lnTo>
                  <a:lnTo>
                    <a:pt x="20111" y="1391"/>
                  </a:lnTo>
                  <a:lnTo>
                    <a:pt x="20028" y="1142"/>
                  </a:lnTo>
                  <a:lnTo>
                    <a:pt x="19924" y="934"/>
                  </a:lnTo>
                  <a:lnTo>
                    <a:pt x="19779" y="747"/>
                  </a:lnTo>
                  <a:lnTo>
                    <a:pt x="19613" y="602"/>
                  </a:lnTo>
                  <a:lnTo>
                    <a:pt x="19447" y="478"/>
                  </a:lnTo>
                  <a:lnTo>
                    <a:pt x="19239" y="415"/>
                  </a:lnTo>
                  <a:lnTo>
                    <a:pt x="19135" y="395"/>
                  </a:lnTo>
                  <a:lnTo>
                    <a:pt x="19032" y="374"/>
                  </a:lnTo>
                  <a:lnTo>
                    <a:pt x="18865" y="395"/>
                  </a:lnTo>
                  <a:lnTo>
                    <a:pt x="18720" y="436"/>
                  </a:lnTo>
                  <a:lnTo>
                    <a:pt x="18575" y="498"/>
                  </a:lnTo>
                  <a:lnTo>
                    <a:pt x="18450" y="581"/>
                  </a:lnTo>
                  <a:lnTo>
                    <a:pt x="18326" y="685"/>
                  </a:lnTo>
                  <a:lnTo>
                    <a:pt x="18222" y="810"/>
                  </a:lnTo>
                  <a:lnTo>
                    <a:pt x="18118" y="955"/>
                  </a:lnTo>
                  <a:lnTo>
                    <a:pt x="18035" y="1121"/>
                  </a:lnTo>
                  <a:lnTo>
                    <a:pt x="17869" y="1453"/>
                  </a:lnTo>
                  <a:lnTo>
                    <a:pt x="17724" y="1681"/>
                  </a:lnTo>
                  <a:lnTo>
                    <a:pt x="17558" y="1889"/>
                  </a:lnTo>
                  <a:lnTo>
                    <a:pt x="17392" y="2055"/>
                  </a:lnTo>
                  <a:lnTo>
                    <a:pt x="17205" y="2200"/>
                  </a:lnTo>
                  <a:lnTo>
                    <a:pt x="16998" y="2304"/>
                  </a:lnTo>
                  <a:lnTo>
                    <a:pt x="16790" y="2387"/>
                  </a:lnTo>
                  <a:lnTo>
                    <a:pt x="16562" y="2449"/>
                  </a:lnTo>
                  <a:lnTo>
                    <a:pt x="15275" y="2449"/>
                  </a:lnTo>
                  <a:lnTo>
                    <a:pt x="15005" y="2429"/>
                  </a:lnTo>
                  <a:lnTo>
                    <a:pt x="14735" y="2366"/>
                  </a:lnTo>
                  <a:lnTo>
                    <a:pt x="14507" y="2242"/>
                  </a:lnTo>
                  <a:lnTo>
                    <a:pt x="14279" y="2096"/>
                  </a:lnTo>
                  <a:lnTo>
                    <a:pt x="14071" y="1889"/>
                  </a:lnTo>
                  <a:lnTo>
                    <a:pt x="13885" y="1661"/>
                  </a:lnTo>
                  <a:lnTo>
                    <a:pt x="13719" y="1391"/>
                  </a:lnTo>
                  <a:lnTo>
                    <a:pt x="13594" y="1100"/>
                  </a:lnTo>
                  <a:lnTo>
                    <a:pt x="13490" y="851"/>
                  </a:lnTo>
                  <a:lnTo>
                    <a:pt x="13386" y="644"/>
                  </a:lnTo>
                  <a:lnTo>
                    <a:pt x="13241" y="457"/>
                  </a:lnTo>
                  <a:lnTo>
                    <a:pt x="13075" y="291"/>
                  </a:lnTo>
                  <a:lnTo>
                    <a:pt x="12909" y="166"/>
                  </a:lnTo>
                  <a:lnTo>
                    <a:pt x="12702" y="63"/>
                  </a:lnTo>
                  <a:lnTo>
                    <a:pt x="12515" y="21"/>
                  </a:lnTo>
                  <a:lnTo>
                    <a:pt x="123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6823785" y="4710328"/>
              <a:ext cx="352771" cy="21811"/>
            </a:xfrm>
            <a:custGeom>
              <a:rect b="b" l="l" r="r" t="t"/>
              <a:pathLst>
                <a:path extrusionOk="0" h="1246" w="20153">
                  <a:moveTo>
                    <a:pt x="0" y="1"/>
                  </a:moveTo>
                  <a:lnTo>
                    <a:pt x="0" y="167"/>
                  </a:lnTo>
                  <a:lnTo>
                    <a:pt x="21" y="374"/>
                  </a:lnTo>
                  <a:lnTo>
                    <a:pt x="63" y="582"/>
                  </a:lnTo>
                  <a:lnTo>
                    <a:pt x="146" y="769"/>
                  </a:lnTo>
                  <a:lnTo>
                    <a:pt x="249" y="935"/>
                  </a:lnTo>
                  <a:lnTo>
                    <a:pt x="374" y="1059"/>
                  </a:lnTo>
                  <a:lnTo>
                    <a:pt x="519" y="1163"/>
                  </a:lnTo>
                  <a:lnTo>
                    <a:pt x="685" y="1225"/>
                  </a:lnTo>
                  <a:lnTo>
                    <a:pt x="851" y="1246"/>
                  </a:lnTo>
                  <a:lnTo>
                    <a:pt x="19239" y="1246"/>
                  </a:lnTo>
                  <a:lnTo>
                    <a:pt x="19343" y="1225"/>
                  </a:lnTo>
                  <a:lnTo>
                    <a:pt x="19530" y="1163"/>
                  </a:lnTo>
                  <a:lnTo>
                    <a:pt x="19716" y="1038"/>
                  </a:lnTo>
                  <a:lnTo>
                    <a:pt x="19862" y="893"/>
                  </a:lnTo>
                  <a:lnTo>
                    <a:pt x="19986" y="706"/>
                  </a:lnTo>
                  <a:lnTo>
                    <a:pt x="20069" y="478"/>
                  </a:lnTo>
                  <a:lnTo>
                    <a:pt x="20131" y="250"/>
                  </a:lnTo>
                  <a:lnTo>
                    <a:pt x="20152" y="1"/>
                  </a:lnTo>
                  <a:close/>
                </a:path>
              </a:pathLst>
            </a:custGeom>
            <a:solidFill>
              <a:srgbClr val="44414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7080981" y="4522521"/>
              <a:ext cx="97028" cy="28340"/>
            </a:xfrm>
            <a:custGeom>
              <a:rect b="b" l="l" r="r" t="t"/>
              <a:pathLst>
                <a:path extrusionOk="0" h="1619" w="5543">
                  <a:moveTo>
                    <a:pt x="1" y="0"/>
                  </a:moveTo>
                  <a:lnTo>
                    <a:pt x="4961" y="1619"/>
                  </a:lnTo>
                  <a:lnTo>
                    <a:pt x="5542" y="0"/>
                  </a:lnTo>
                  <a:close/>
                </a:path>
              </a:pathLst>
            </a:custGeom>
            <a:solidFill>
              <a:srgbClr val="CF5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7960503" y="2642870"/>
              <a:ext cx="479925" cy="1879668"/>
            </a:xfrm>
            <a:custGeom>
              <a:rect b="b" l="l" r="r" t="t"/>
              <a:pathLst>
                <a:path extrusionOk="0" h="107381" w="27417">
                  <a:moveTo>
                    <a:pt x="18098" y="1"/>
                  </a:moveTo>
                  <a:lnTo>
                    <a:pt x="727" y="1121"/>
                  </a:lnTo>
                  <a:lnTo>
                    <a:pt x="623" y="2097"/>
                  </a:lnTo>
                  <a:lnTo>
                    <a:pt x="519" y="3197"/>
                  </a:lnTo>
                  <a:lnTo>
                    <a:pt x="436" y="4421"/>
                  </a:lnTo>
                  <a:lnTo>
                    <a:pt x="353" y="5729"/>
                  </a:lnTo>
                  <a:lnTo>
                    <a:pt x="208" y="8676"/>
                  </a:lnTo>
                  <a:lnTo>
                    <a:pt x="104" y="11955"/>
                  </a:lnTo>
                  <a:lnTo>
                    <a:pt x="21" y="15504"/>
                  </a:lnTo>
                  <a:lnTo>
                    <a:pt x="1" y="19260"/>
                  </a:lnTo>
                  <a:lnTo>
                    <a:pt x="1" y="23182"/>
                  </a:lnTo>
                  <a:lnTo>
                    <a:pt x="21" y="27188"/>
                  </a:lnTo>
                  <a:lnTo>
                    <a:pt x="104" y="31235"/>
                  </a:lnTo>
                  <a:lnTo>
                    <a:pt x="229" y="35240"/>
                  </a:lnTo>
                  <a:lnTo>
                    <a:pt x="312" y="37212"/>
                  </a:lnTo>
                  <a:lnTo>
                    <a:pt x="416" y="39163"/>
                  </a:lnTo>
                  <a:lnTo>
                    <a:pt x="519" y="41051"/>
                  </a:lnTo>
                  <a:lnTo>
                    <a:pt x="623" y="42919"/>
                  </a:lnTo>
                  <a:lnTo>
                    <a:pt x="769" y="44725"/>
                  </a:lnTo>
                  <a:lnTo>
                    <a:pt x="893" y="46468"/>
                  </a:lnTo>
                  <a:lnTo>
                    <a:pt x="1059" y="48149"/>
                  </a:lnTo>
                  <a:lnTo>
                    <a:pt x="1225" y="49747"/>
                  </a:lnTo>
                  <a:lnTo>
                    <a:pt x="1412" y="51241"/>
                  </a:lnTo>
                  <a:lnTo>
                    <a:pt x="1599" y="52673"/>
                  </a:lnTo>
                  <a:lnTo>
                    <a:pt x="1806" y="53981"/>
                  </a:lnTo>
                  <a:lnTo>
                    <a:pt x="2035" y="55205"/>
                  </a:lnTo>
                  <a:lnTo>
                    <a:pt x="2284" y="56388"/>
                  </a:lnTo>
                  <a:lnTo>
                    <a:pt x="2553" y="57613"/>
                  </a:lnTo>
                  <a:lnTo>
                    <a:pt x="2844" y="58900"/>
                  </a:lnTo>
                  <a:lnTo>
                    <a:pt x="3176" y="60228"/>
                  </a:lnTo>
                  <a:lnTo>
                    <a:pt x="3529" y="61597"/>
                  </a:lnTo>
                  <a:lnTo>
                    <a:pt x="3923" y="63009"/>
                  </a:lnTo>
                  <a:lnTo>
                    <a:pt x="4732" y="65956"/>
                  </a:lnTo>
                  <a:lnTo>
                    <a:pt x="5666" y="69048"/>
                  </a:lnTo>
                  <a:lnTo>
                    <a:pt x="6642" y="72265"/>
                  </a:lnTo>
                  <a:lnTo>
                    <a:pt x="7721" y="75585"/>
                  </a:lnTo>
                  <a:lnTo>
                    <a:pt x="8842" y="78989"/>
                  </a:lnTo>
                  <a:lnTo>
                    <a:pt x="10025" y="82476"/>
                  </a:lnTo>
                  <a:lnTo>
                    <a:pt x="11249" y="86004"/>
                  </a:lnTo>
                  <a:lnTo>
                    <a:pt x="12494" y="89573"/>
                  </a:lnTo>
                  <a:lnTo>
                    <a:pt x="13781" y="93164"/>
                  </a:lnTo>
                  <a:lnTo>
                    <a:pt x="15089" y="96754"/>
                  </a:lnTo>
                  <a:lnTo>
                    <a:pt x="16396" y="100345"/>
                  </a:lnTo>
                  <a:lnTo>
                    <a:pt x="17724" y="103894"/>
                  </a:lnTo>
                  <a:lnTo>
                    <a:pt x="19032" y="107380"/>
                  </a:lnTo>
                  <a:lnTo>
                    <a:pt x="26586" y="107380"/>
                  </a:lnTo>
                  <a:lnTo>
                    <a:pt x="26835" y="105678"/>
                  </a:lnTo>
                  <a:lnTo>
                    <a:pt x="27043" y="103956"/>
                  </a:lnTo>
                  <a:lnTo>
                    <a:pt x="27209" y="102254"/>
                  </a:lnTo>
                  <a:lnTo>
                    <a:pt x="27312" y="100531"/>
                  </a:lnTo>
                  <a:lnTo>
                    <a:pt x="27375" y="98809"/>
                  </a:lnTo>
                  <a:lnTo>
                    <a:pt x="27416" y="97107"/>
                  </a:lnTo>
                  <a:lnTo>
                    <a:pt x="27396" y="95384"/>
                  </a:lnTo>
                  <a:lnTo>
                    <a:pt x="27333" y="93662"/>
                  </a:lnTo>
                  <a:lnTo>
                    <a:pt x="27209" y="91939"/>
                  </a:lnTo>
                  <a:lnTo>
                    <a:pt x="27063" y="90238"/>
                  </a:lnTo>
                  <a:lnTo>
                    <a:pt x="26877" y="88536"/>
                  </a:lnTo>
                  <a:lnTo>
                    <a:pt x="26648" y="86834"/>
                  </a:lnTo>
                  <a:lnTo>
                    <a:pt x="26358" y="85132"/>
                  </a:lnTo>
                  <a:lnTo>
                    <a:pt x="26047" y="83430"/>
                  </a:lnTo>
                  <a:lnTo>
                    <a:pt x="25694" y="81749"/>
                  </a:lnTo>
                  <a:lnTo>
                    <a:pt x="25299" y="80068"/>
                  </a:lnTo>
                  <a:lnTo>
                    <a:pt x="24864" y="78408"/>
                  </a:lnTo>
                  <a:lnTo>
                    <a:pt x="24386" y="76748"/>
                  </a:lnTo>
                  <a:lnTo>
                    <a:pt x="23867" y="75108"/>
                  </a:lnTo>
                  <a:lnTo>
                    <a:pt x="23328" y="73469"/>
                  </a:lnTo>
                  <a:lnTo>
                    <a:pt x="22726" y="71850"/>
                  </a:lnTo>
                  <a:lnTo>
                    <a:pt x="22103" y="70252"/>
                  </a:lnTo>
                  <a:lnTo>
                    <a:pt x="21439" y="68654"/>
                  </a:lnTo>
                  <a:lnTo>
                    <a:pt x="20734" y="67076"/>
                  </a:lnTo>
                  <a:lnTo>
                    <a:pt x="20007" y="65520"/>
                  </a:lnTo>
                  <a:lnTo>
                    <a:pt x="19239" y="63963"/>
                  </a:lnTo>
                  <a:lnTo>
                    <a:pt x="18430" y="62448"/>
                  </a:lnTo>
                  <a:lnTo>
                    <a:pt x="17579" y="60933"/>
                  </a:lnTo>
                  <a:lnTo>
                    <a:pt x="16707" y="59439"/>
                  </a:lnTo>
                  <a:lnTo>
                    <a:pt x="15794" y="57986"/>
                  </a:lnTo>
                  <a:lnTo>
                    <a:pt x="14840" y="56534"/>
                  </a:lnTo>
                  <a:lnTo>
                    <a:pt x="13864" y="55122"/>
                  </a:lnTo>
                  <a:lnTo>
                    <a:pt x="14528" y="53483"/>
                  </a:lnTo>
                  <a:lnTo>
                    <a:pt x="15130" y="51843"/>
                  </a:lnTo>
                  <a:lnTo>
                    <a:pt x="15711" y="50183"/>
                  </a:lnTo>
                  <a:lnTo>
                    <a:pt x="16272" y="48523"/>
                  </a:lnTo>
                  <a:lnTo>
                    <a:pt x="16790" y="46842"/>
                  </a:lnTo>
                  <a:lnTo>
                    <a:pt x="17268" y="45161"/>
                  </a:lnTo>
                  <a:lnTo>
                    <a:pt x="17704" y="43459"/>
                  </a:lnTo>
                  <a:lnTo>
                    <a:pt x="18119" y="41757"/>
                  </a:lnTo>
                  <a:lnTo>
                    <a:pt x="18513" y="40034"/>
                  </a:lnTo>
                  <a:lnTo>
                    <a:pt x="18866" y="38312"/>
                  </a:lnTo>
                  <a:lnTo>
                    <a:pt x="19177" y="36589"/>
                  </a:lnTo>
                  <a:lnTo>
                    <a:pt x="19447" y="34867"/>
                  </a:lnTo>
                  <a:lnTo>
                    <a:pt x="19696" y="33123"/>
                  </a:lnTo>
                  <a:lnTo>
                    <a:pt x="19924" y="31380"/>
                  </a:lnTo>
                  <a:lnTo>
                    <a:pt x="20111" y="29637"/>
                  </a:lnTo>
                  <a:lnTo>
                    <a:pt x="20256" y="27893"/>
                  </a:lnTo>
                  <a:lnTo>
                    <a:pt x="20360" y="26150"/>
                  </a:lnTo>
                  <a:lnTo>
                    <a:pt x="20443" y="24386"/>
                  </a:lnTo>
                  <a:lnTo>
                    <a:pt x="20505" y="22643"/>
                  </a:lnTo>
                  <a:lnTo>
                    <a:pt x="20505" y="20879"/>
                  </a:lnTo>
                  <a:lnTo>
                    <a:pt x="20485" y="19135"/>
                  </a:lnTo>
                  <a:lnTo>
                    <a:pt x="20443" y="17371"/>
                  </a:lnTo>
                  <a:lnTo>
                    <a:pt x="20360" y="15628"/>
                  </a:lnTo>
                  <a:lnTo>
                    <a:pt x="20235" y="13864"/>
                  </a:lnTo>
                  <a:lnTo>
                    <a:pt x="20090" y="12121"/>
                  </a:lnTo>
                  <a:lnTo>
                    <a:pt x="19903" y="10377"/>
                  </a:lnTo>
                  <a:lnTo>
                    <a:pt x="19696" y="8634"/>
                  </a:lnTo>
                  <a:lnTo>
                    <a:pt x="19447" y="6891"/>
                  </a:lnTo>
                  <a:lnTo>
                    <a:pt x="19156" y="5168"/>
                  </a:lnTo>
                  <a:lnTo>
                    <a:pt x="18845" y="3446"/>
                  </a:lnTo>
                  <a:lnTo>
                    <a:pt x="18492" y="1723"/>
                  </a:lnTo>
                  <a:lnTo>
                    <a:pt x="180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7041035" y="2642870"/>
              <a:ext cx="1027016" cy="1879668"/>
            </a:xfrm>
            <a:custGeom>
              <a:rect b="b" l="l" r="r" t="t"/>
              <a:pathLst>
                <a:path extrusionOk="0" h="107381" w="58671">
                  <a:moveTo>
                    <a:pt x="43915" y="1"/>
                  </a:moveTo>
                  <a:lnTo>
                    <a:pt x="43292" y="997"/>
                  </a:lnTo>
                  <a:lnTo>
                    <a:pt x="42649" y="2117"/>
                  </a:lnTo>
                  <a:lnTo>
                    <a:pt x="41985" y="3342"/>
                  </a:lnTo>
                  <a:lnTo>
                    <a:pt x="41279" y="4670"/>
                  </a:lnTo>
                  <a:lnTo>
                    <a:pt x="40532" y="6081"/>
                  </a:lnTo>
                  <a:lnTo>
                    <a:pt x="39764" y="7576"/>
                  </a:lnTo>
                  <a:lnTo>
                    <a:pt x="38975" y="9153"/>
                  </a:lnTo>
                  <a:lnTo>
                    <a:pt x="38166" y="10792"/>
                  </a:lnTo>
                  <a:lnTo>
                    <a:pt x="36485" y="14279"/>
                  </a:lnTo>
                  <a:lnTo>
                    <a:pt x="34783" y="17952"/>
                  </a:lnTo>
                  <a:lnTo>
                    <a:pt x="33040" y="21792"/>
                  </a:lnTo>
                  <a:lnTo>
                    <a:pt x="31297" y="25694"/>
                  </a:lnTo>
                  <a:lnTo>
                    <a:pt x="29574" y="29616"/>
                  </a:lnTo>
                  <a:lnTo>
                    <a:pt x="27893" y="33518"/>
                  </a:lnTo>
                  <a:lnTo>
                    <a:pt x="26295" y="37336"/>
                  </a:lnTo>
                  <a:lnTo>
                    <a:pt x="24780" y="41010"/>
                  </a:lnTo>
                  <a:lnTo>
                    <a:pt x="23389" y="44476"/>
                  </a:lnTo>
                  <a:lnTo>
                    <a:pt x="22144" y="47693"/>
                  </a:lnTo>
                  <a:lnTo>
                    <a:pt x="21044" y="50598"/>
                  </a:lnTo>
                  <a:lnTo>
                    <a:pt x="20588" y="51906"/>
                  </a:lnTo>
                  <a:lnTo>
                    <a:pt x="20152" y="53109"/>
                  </a:lnTo>
                  <a:lnTo>
                    <a:pt x="19280" y="55579"/>
                  </a:lnTo>
                  <a:lnTo>
                    <a:pt x="18263" y="58318"/>
                  </a:lnTo>
                  <a:lnTo>
                    <a:pt x="17122" y="61307"/>
                  </a:lnTo>
                  <a:lnTo>
                    <a:pt x="15856" y="64503"/>
                  </a:lnTo>
                  <a:lnTo>
                    <a:pt x="13137" y="71372"/>
                  </a:lnTo>
                  <a:lnTo>
                    <a:pt x="10252" y="78699"/>
                  </a:lnTo>
                  <a:lnTo>
                    <a:pt x="8779" y="82455"/>
                  </a:lnTo>
                  <a:lnTo>
                    <a:pt x="7326" y="86232"/>
                  </a:lnTo>
                  <a:lnTo>
                    <a:pt x="5915" y="89968"/>
                  </a:lnTo>
                  <a:lnTo>
                    <a:pt x="4545" y="93683"/>
                  </a:lnTo>
                  <a:lnTo>
                    <a:pt x="3258" y="97315"/>
                  </a:lnTo>
                  <a:lnTo>
                    <a:pt x="2636" y="99079"/>
                  </a:lnTo>
                  <a:lnTo>
                    <a:pt x="2055" y="100822"/>
                  </a:lnTo>
                  <a:lnTo>
                    <a:pt x="1494" y="102524"/>
                  </a:lnTo>
                  <a:lnTo>
                    <a:pt x="975" y="104184"/>
                  </a:lnTo>
                  <a:lnTo>
                    <a:pt x="477" y="105803"/>
                  </a:lnTo>
                  <a:lnTo>
                    <a:pt x="0" y="107380"/>
                  </a:lnTo>
                  <a:lnTo>
                    <a:pt x="8883" y="107380"/>
                  </a:lnTo>
                  <a:lnTo>
                    <a:pt x="9941" y="106156"/>
                  </a:lnTo>
                  <a:lnTo>
                    <a:pt x="11020" y="104869"/>
                  </a:lnTo>
                  <a:lnTo>
                    <a:pt x="12120" y="103499"/>
                  </a:lnTo>
                  <a:lnTo>
                    <a:pt x="13220" y="102046"/>
                  </a:lnTo>
                  <a:lnTo>
                    <a:pt x="14341" y="100552"/>
                  </a:lnTo>
                  <a:lnTo>
                    <a:pt x="15462" y="98996"/>
                  </a:lnTo>
                  <a:lnTo>
                    <a:pt x="16582" y="97377"/>
                  </a:lnTo>
                  <a:lnTo>
                    <a:pt x="17682" y="95717"/>
                  </a:lnTo>
                  <a:lnTo>
                    <a:pt x="18803" y="94015"/>
                  </a:lnTo>
                  <a:lnTo>
                    <a:pt x="19882" y="92271"/>
                  </a:lnTo>
                  <a:lnTo>
                    <a:pt x="20961" y="90507"/>
                  </a:lnTo>
                  <a:lnTo>
                    <a:pt x="22020" y="88702"/>
                  </a:lnTo>
                  <a:lnTo>
                    <a:pt x="23037" y="86875"/>
                  </a:lnTo>
                  <a:lnTo>
                    <a:pt x="24033" y="85028"/>
                  </a:lnTo>
                  <a:lnTo>
                    <a:pt x="24988" y="83181"/>
                  </a:lnTo>
                  <a:lnTo>
                    <a:pt x="25921" y="81313"/>
                  </a:lnTo>
                  <a:lnTo>
                    <a:pt x="26793" y="79446"/>
                  </a:lnTo>
                  <a:lnTo>
                    <a:pt x="27623" y="77578"/>
                  </a:lnTo>
                  <a:lnTo>
                    <a:pt x="28391" y="75731"/>
                  </a:lnTo>
                  <a:lnTo>
                    <a:pt x="29117" y="73884"/>
                  </a:lnTo>
                  <a:lnTo>
                    <a:pt x="29470" y="72950"/>
                  </a:lnTo>
                  <a:lnTo>
                    <a:pt x="29782" y="72037"/>
                  </a:lnTo>
                  <a:lnTo>
                    <a:pt x="30093" y="71144"/>
                  </a:lnTo>
                  <a:lnTo>
                    <a:pt x="30383" y="70231"/>
                  </a:lnTo>
                  <a:lnTo>
                    <a:pt x="30653" y="69339"/>
                  </a:lnTo>
                  <a:lnTo>
                    <a:pt x="30902" y="68446"/>
                  </a:lnTo>
                  <a:lnTo>
                    <a:pt x="31151" y="67575"/>
                  </a:lnTo>
                  <a:lnTo>
                    <a:pt x="31359" y="66703"/>
                  </a:lnTo>
                  <a:lnTo>
                    <a:pt x="31566" y="65852"/>
                  </a:lnTo>
                  <a:lnTo>
                    <a:pt x="31753" y="65001"/>
                  </a:lnTo>
                  <a:lnTo>
                    <a:pt x="31898" y="64150"/>
                  </a:lnTo>
                  <a:lnTo>
                    <a:pt x="32044" y="63320"/>
                  </a:lnTo>
                  <a:lnTo>
                    <a:pt x="32168" y="62490"/>
                  </a:lnTo>
                  <a:lnTo>
                    <a:pt x="32251" y="61701"/>
                  </a:lnTo>
                  <a:lnTo>
                    <a:pt x="32334" y="60892"/>
                  </a:lnTo>
                  <a:lnTo>
                    <a:pt x="32376" y="60124"/>
                  </a:lnTo>
                  <a:lnTo>
                    <a:pt x="32397" y="59356"/>
                  </a:lnTo>
                  <a:lnTo>
                    <a:pt x="32397" y="58609"/>
                  </a:lnTo>
                  <a:lnTo>
                    <a:pt x="32376" y="57862"/>
                  </a:lnTo>
                  <a:lnTo>
                    <a:pt x="32334" y="57135"/>
                  </a:lnTo>
                  <a:lnTo>
                    <a:pt x="32251" y="56430"/>
                  </a:lnTo>
                  <a:lnTo>
                    <a:pt x="32148" y="55745"/>
                  </a:lnTo>
                  <a:lnTo>
                    <a:pt x="32023" y="55081"/>
                  </a:lnTo>
                  <a:lnTo>
                    <a:pt x="31857" y="54437"/>
                  </a:lnTo>
                  <a:lnTo>
                    <a:pt x="32791" y="53670"/>
                  </a:lnTo>
                  <a:lnTo>
                    <a:pt x="33704" y="52902"/>
                  </a:lnTo>
                  <a:lnTo>
                    <a:pt x="34596" y="52092"/>
                  </a:lnTo>
                  <a:lnTo>
                    <a:pt x="35489" y="51283"/>
                  </a:lnTo>
                  <a:lnTo>
                    <a:pt x="36381" y="50432"/>
                  </a:lnTo>
                  <a:lnTo>
                    <a:pt x="37253" y="49560"/>
                  </a:lnTo>
                  <a:lnTo>
                    <a:pt x="38125" y="48668"/>
                  </a:lnTo>
                  <a:lnTo>
                    <a:pt x="38996" y="47776"/>
                  </a:lnTo>
                  <a:lnTo>
                    <a:pt x="39847" y="46842"/>
                  </a:lnTo>
                  <a:lnTo>
                    <a:pt x="40677" y="45908"/>
                  </a:lnTo>
                  <a:lnTo>
                    <a:pt x="41507" y="44974"/>
                  </a:lnTo>
                  <a:lnTo>
                    <a:pt x="42317" y="43998"/>
                  </a:lnTo>
                  <a:lnTo>
                    <a:pt x="43126" y="43023"/>
                  </a:lnTo>
                  <a:lnTo>
                    <a:pt x="43936" y="42048"/>
                  </a:lnTo>
                  <a:lnTo>
                    <a:pt x="44724" y="41051"/>
                  </a:lnTo>
                  <a:lnTo>
                    <a:pt x="45492" y="40055"/>
                  </a:lnTo>
                  <a:lnTo>
                    <a:pt x="47007" y="38042"/>
                  </a:lnTo>
                  <a:lnTo>
                    <a:pt x="48481" y="36008"/>
                  </a:lnTo>
                  <a:lnTo>
                    <a:pt x="49892" y="33974"/>
                  </a:lnTo>
                  <a:lnTo>
                    <a:pt x="51262" y="31961"/>
                  </a:lnTo>
                  <a:lnTo>
                    <a:pt x="52569" y="29948"/>
                  </a:lnTo>
                  <a:lnTo>
                    <a:pt x="53835" y="27977"/>
                  </a:lnTo>
                  <a:lnTo>
                    <a:pt x="55039" y="26026"/>
                  </a:lnTo>
                  <a:lnTo>
                    <a:pt x="56160" y="24137"/>
                  </a:lnTo>
                  <a:lnTo>
                    <a:pt x="58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7123132" y="1360829"/>
              <a:ext cx="184569" cy="217635"/>
            </a:xfrm>
            <a:custGeom>
              <a:rect b="b" l="l" r="r" t="t"/>
              <a:pathLst>
                <a:path extrusionOk="0" h="12433" w="10544">
                  <a:moveTo>
                    <a:pt x="2657" y="1"/>
                  </a:moveTo>
                  <a:lnTo>
                    <a:pt x="2574" y="22"/>
                  </a:lnTo>
                  <a:lnTo>
                    <a:pt x="2470" y="105"/>
                  </a:lnTo>
                  <a:lnTo>
                    <a:pt x="2408" y="188"/>
                  </a:lnTo>
                  <a:lnTo>
                    <a:pt x="2366" y="312"/>
                  </a:lnTo>
                  <a:lnTo>
                    <a:pt x="2366" y="437"/>
                  </a:lnTo>
                  <a:lnTo>
                    <a:pt x="2387" y="540"/>
                  </a:lnTo>
                  <a:lnTo>
                    <a:pt x="2429" y="665"/>
                  </a:lnTo>
                  <a:lnTo>
                    <a:pt x="2512" y="872"/>
                  </a:lnTo>
                  <a:lnTo>
                    <a:pt x="3653" y="3114"/>
                  </a:lnTo>
                  <a:lnTo>
                    <a:pt x="4795" y="5334"/>
                  </a:lnTo>
                  <a:lnTo>
                    <a:pt x="1723" y="1537"/>
                  </a:lnTo>
                  <a:lnTo>
                    <a:pt x="1619" y="1412"/>
                  </a:lnTo>
                  <a:lnTo>
                    <a:pt x="1515" y="1287"/>
                  </a:lnTo>
                  <a:lnTo>
                    <a:pt x="1391" y="1184"/>
                  </a:lnTo>
                  <a:lnTo>
                    <a:pt x="1266" y="1121"/>
                  </a:lnTo>
                  <a:lnTo>
                    <a:pt x="1100" y="1080"/>
                  </a:lnTo>
                  <a:lnTo>
                    <a:pt x="955" y="1080"/>
                  </a:lnTo>
                  <a:lnTo>
                    <a:pt x="872" y="1101"/>
                  </a:lnTo>
                  <a:lnTo>
                    <a:pt x="810" y="1142"/>
                  </a:lnTo>
                  <a:lnTo>
                    <a:pt x="748" y="1184"/>
                  </a:lnTo>
                  <a:lnTo>
                    <a:pt x="706" y="1246"/>
                  </a:lnTo>
                  <a:lnTo>
                    <a:pt x="665" y="1329"/>
                  </a:lnTo>
                  <a:lnTo>
                    <a:pt x="665" y="1412"/>
                  </a:lnTo>
                  <a:lnTo>
                    <a:pt x="665" y="1495"/>
                  </a:lnTo>
                  <a:lnTo>
                    <a:pt x="685" y="1578"/>
                  </a:lnTo>
                  <a:lnTo>
                    <a:pt x="748" y="1723"/>
                  </a:lnTo>
                  <a:lnTo>
                    <a:pt x="831" y="1889"/>
                  </a:lnTo>
                  <a:lnTo>
                    <a:pt x="2117" y="4068"/>
                  </a:lnTo>
                  <a:lnTo>
                    <a:pt x="3383" y="6248"/>
                  </a:lnTo>
                  <a:lnTo>
                    <a:pt x="955" y="3591"/>
                  </a:lnTo>
                  <a:lnTo>
                    <a:pt x="768" y="3384"/>
                  </a:lnTo>
                  <a:lnTo>
                    <a:pt x="665" y="3301"/>
                  </a:lnTo>
                  <a:lnTo>
                    <a:pt x="540" y="3238"/>
                  </a:lnTo>
                  <a:lnTo>
                    <a:pt x="395" y="3197"/>
                  </a:lnTo>
                  <a:lnTo>
                    <a:pt x="249" y="3218"/>
                  </a:lnTo>
                  <a:lnTo>
                    <a:pt x="187" y="3238"/>
                  </a:lnTo>
                  <a:lnTo>
                    <a:pt x="125" y="3259"/>
                  </a:lnTo>
                  <a:lnTo>
                    <a:pt x="83" y="3301"/>
                  </a:lnTo>
                  <a:lnTo>
                    <a:pt x="42" y="3363"/>
                  </a:lnTo>
                  <a:lnTo>
                    <a:pt x="0" y="3446"/>
                  </a:lnTo>
                  <a:lnTo>
                    <a:pt x="0" y="3508"/>
                  </a:lnTo>
                  <a:lnTo>
                    <a:pt x="0" y="3591"/>
                  </a:lnTo>
                  <a:lnTo>
                    <a:pt x="0" y="3674"/>
                  </a:lnTo>
                  <a:lnTo>
                    <a:pt x="63" y="3819"/>
                  </a:lnTo>
                  <a:lnTo>
                    <a:pt x="146" y="3965"/>
                  </a:lnTo>
                  <a:lnTo>
                    <a:pt x="893" y="5168"/>
                  </a:lnTo>
                  <a:lnTo>
                    <a:pt x="1723" y="6476"/>
                  </a:lnTo>
                  <a:lnTo>
                    <a:pt x="2615" y="7804"/>
                  </a:lnTo>
                  <a:lnTo>
                    <a:pt x="3529" y="9112"/>
                  </a:lnTo>
                  <a:lnTo>
                    <a:pt x="3985" y="9713"/>
                  </a:lnTo>
                  <a:lnTo>
                    <a:pt x="4442" y="10295"/>
                  </a:lnTo>
                  <a:lnTo>
                    <a:pt x="4878" y="10813"/>
                  </a:lnTo>
                  <a:lnTo>
                    <a:pt x="5293" y="11291"/>
                  </a:lnTo>
                  <a:lnTo>
                    <a:pt x="5687" y="11685"/>
                  </a:lnTo>
                  <a:lnTo>
                    <a:pt x="6040" y="12017"/>
                  </a:lnTo>
                  <a:lnTo>
                    <a:pt x="6227" y="12162"/>
                  </a:lnTo>
                  <a:lnTo>
                    <a:pt x="6372" y="12266"/>
                  </a:lnTo>
                  <a:lnTo>
                    <a:pt x="6538" y="12370"/>
                  </a:lnTo>
                  <a:lnTo>
                    <a:pt x="6683" y="12432"/>
                  </a:lnTo>
                  <a:lnTo>
                    <a:pt x="10543" y="9942"/>
                  </a:lnTo>
                  <a:lnTo>
                    <a:pt x="9402" y="7659"/>
                  </a:lnTo>
                  <a:lnTo>
                    <a:pt x="8219" y="5334"/>
                  </a:lnTo>
                  <a:lnTo>
                    <a:pt x="7596" y="4172"/>
                  </a:lnTo>
                  <a:lnTo>
                    <a:pt x="6974" y="3031"/>
                  </a:lnTo>
                  <a:lnTo>
                    <a:pt x="6330" y="1910"/>
                  </a:lnTo>
                  <a:lnTo>
                    <a:pt x="5687" y="831"/>
                  </a:lnTo>
                  <a:lnTo>
                    <a:pt x="5562" y="644"/>
                  </a:lnTo>
                  <a:lnTo>
                    <a:pt x="5500" y="561"/>
                  </a:lnTo>
                  <a:lnTo>
                    <a:pt x="5417" y="478"/>
                  </a:lnTo>
                  <a:lnTo>
                    <a:pt x="5313" y="416"/>
                  </a:lnTo>
                  <a:lnTo>
                    <a:pt x="5210" y="374"/>
                  </a:lnTo>
                  <a:lnTo>
                    <a:pt x="5106" y="354"/>
                  </a:lnTo>
                  <a:lnTo>
                    <a:pt x="5002" y="374"/>
                  </a:lnTo>
                  <a:lnTo>
                    <a:pt x="4919" y="395"/>
                  </a:lnTo>
                  <a:lnTo>
                    <a:pt x="4878" y="437"/>
                  </a:lnTo>
                  <a:lnTo>
                    <a:pt x="4774" y="540"/>
                  </a:lnTo>
                  <a:lnTo>
                    <a:pt x="4732" y="665"/>
                  </a:lnTo>
                  <a:lnTo>
                    <a:pt x="4711" y="810"/>
                  </a:lnTo>
                  <a:lnTo>
                    <a:pt x="4711" y="955"/>
                  </a:lnTo>
                  <a:lnTo>
                    <a:pt x="4753" y="1101"/>
                  </a:lnTo>
                  <a:lnTo>
                    <a:pt x="4836" y="1350"/>
                  </a:lnTo>
                  <a:lnTo>
                    <a:pt x="5521" y="2989"/>
                  </a:lnTo>
                  <a:lnTo>
                    <a:pt x="6206" y="4608"/>
                  </a:lnTo>
                  <a:lnTo>
                    <a:pt x="3238" y="395"/>
                  </a:lnTo>
                  <a:lnTo>
                    <a:pt x="3113" y="229"/>
                  </a:lnTo>
                  <a:lnTo>
                    <a:pt x="3051" y="146"/>
                  </a:lnTo>
                  <a:lnTo>
                    <a:pt x="2968" y="84"/>
                  </a:lnTo>
                  <a:lnTo>
                    <a:pt x="2864" y="42"/>
                  </a:lnTo>
                  <a:lnTo>
                    <a:pt x="2761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6808751" y="944953"/>
              <a:ext cx="573581" cy="573558"/>
            </a:xfrm>
            <a:custGeom>
              <a:rect b="b" l="l" r="r" t="t"/>
              <a:pathLst>
                <a:path extrusionOk="0" h="25278" w="25279">
                  <a:moveTo>
                    <a:pt x="12640" y="0"/>
                  </a:moveTo>
                  <a:lnTo>
                    <a:pt x="11996" y="21"/>
                  </a:lnTo>
                  <a:lnTo>
                    <a:pt x="11353" y="62"/>
                  </a:lnTo>
                  <a:lnTo>
                    <a:pt x="10710" y="145"/>
                  </a:lnTo>
                  <a:lnTo>
                    <a:pt x="10087" y="249"/>
                  </a:lnTo>
                  <a:lnTo>
                    <a:pt x="9485" y="394"/>
                  </a:lnTo>
                  <a:lnTo>
                    <a:pt x="8883" y="560"/>
                  </a:lnTo>
                  <a:lnTo>
                    <a:pt x="8281" y="768"/>
                  </a:lnTo>
                  <a:lnTo>
                    <a:pt x="7721" y="996"/>
                  </a:lnTo>
                  <a:lnTo>
                    <a:pt x="7161" y="1245"/>
                  </a:lnTo>
                  <a:lnTo>
                    <a:pt x="6621" y="1515"/>
                  </a:lnTo>
                  <a:lnTo>
                    <a:pt x="6081" y="1826"/>
                  </a:lnTo>
                  <a:lnTo>
                    <a:pt x="5563" y="2158"/>
                  </a:lnTo>
                  <a:lnTo>
                    <a:pt x="5065" y="2511"/>
                  </a:lnTo>
                  <a:lnTo>
                    <a:pt x="4587" y="2885"/>
                  </a:lnTo>
                  <a:lnTo>
                    <a:pt x="4131" y="3279"/>
                  </a:lnTo>
                  <a:lnTo>
                    <a:pt x="3695" y="3694"/>
                  </a:lnTo>
                  <a:lnTo>
                    <a:pt x="3280" y="4130"/>
                  </a:lnTo>
                  <a:lnTo>
                    <a:pt x="2885" y="4587"/>
                  </a:lnTo>
                  <a:lnTo>
                    <a:pt x="2512" y="5064"/>
                  </a:lnTo>
                  <a:lnTo>
                    <a:pt x="2159" y="5562"/>
                  </a:lnTo>
                  <a:lnTo>
                    <a:pt x="1827" y="6081"/>
                  </a:lnTo>
                  <a:lnTo>
                    <a:pt x="1516" y="6620"/>
                  </a:lnTo>
                  <a:lnTo>
                    <a:pt x="1246" y="7160"/>
                  </a:lnTo>
                  <a:lnTo>
                    <a:pt x="997" y="7720"/>
                  </a:lnTo>
                  <a:lnTo>
                    <a:pt x="768" y="8281"/>
                  </a:lnTo>
                  <a:lnTo>
                    <a:pt x="561" y="8883"/>
                  </a:lnTo>
                  <a:lnTo>
                    <a:pt x="395" y="9484"/>
                  </a:lnTo>
                  <a:lnTo>
                    <a:pt x="250" y="10086"/>
                  </a:lnTo>
                  <a:lnTo>
                    <a:pt x="146" y="10709"/>
                  </a:lnTo>
                  <a:lnTo>
                    <a:pt x="63" y="11352"/>
                  </a:lnTo>
                  <a:lnTo>
                    <a:pt x="1" y="11996"/>
                  </a:lnTo>
                  <a:lnTo>
                    <a:pt x="1" y="12639"/>
                  </a:lnTo>
                  <a:lnTo>
                    <a:pt x="1" y="13282"/>
                  </a:lnTo>
                  <a:lnTo>
                    <a:pt x="63" y="13926"/>
                  </a:lnTo>
                  <a:lnTo>
                    <a:pt x="146" y="14569"/>
                  </a:lnTo>
                  <a:lnTo>
                    <a:pt x="250" y="15192"/>
                  </a:lnTo>
                  <a:lnTo>
                    <a:pt x="395" y="15794"/>
                  </a:lnTo>
                  <a:lnTo>
                    <a:pt x="561" y="16395"/>
                  </a:lnTo>
                  <a:lnTo>
                    <a:pt x="768" y="16977"/>
                  </a:lnTo>
                  <a:lnTo>
                    <a:pt x="997" y="17558"/>
                  </a:lnTo>
                  <a:lnTo>
                    <a:pt x="1246" y="18118"/>
                  </a:lnTo>
                  <a:lnTo>
                    <a:pt x="1516" y="18658"/>
                  </a:lnTo>
                  <a:lnTo>
                    <a:pt x="1827" y="19197"/>
                  </a:lnTo>
                  <a:lnTo>
                    <a:pt x="2159" y="19695"/>
                  </a:lnTo>
                  <a:lnTo>
                    <a:pt x="2512" y="20193"/>
                  </a:lnTo>
                  <a:lnTo>
                    <a:pt x="2885" y="20671"/>
                  </a:lnTo>
                  <a:lnTo>
                    <a:pt x="3280" y="21127"/>
                  </a:lnTo>
                  <a:lnTo>
                    <a:pt x="3695" y="21584"/>
                  </a:lnTo>
                  <a:lnTo>
                    <a:pt x="4131" y="21999"/>
                  </a:lnTo>
                  <a:lnTo>
                    <a:pt x="4587" y="22393"/>
                  </a:lnTo>
                  <a:lnTo>
                    <a:pt x="5065" y="22767"/>
                  </a:lnTo>
                  <a:lnTo>
                    <a:pt x="5563" y="23120"/>
                  </a:lnTo>
                  <a:lnTo>
                    <a:pt x="6081" y="23452"/>
                  </a:lnTo>
                  <a:lnTo>
                    <a:pt x="6621" y="23763"/>
                  </a:lnTo>
                  <a:lnTo>
                    <a:pt x="7161" y="24033"/>
                  </a:lnTo>
                  <a:lnTo>
                    <a:pt x="7721" y="24282"/>
                  </a:lnTo>
                  <a:lnTo>
                    <a:pt x="8281" y="24510"/>
                  </a:lnTo>
                  <a:lnTo>
                    <a:pt x="8883" y="24718"/>
                  </a:lnTo>
                  <a:lnTo>
                    <a:pt x="9485" y="24884"/>
                  </a:lnTo>
                  <a:lnTo>
                    <a:pt x="10087" y="25029"/>
                  </a:lnTo>
                  <a:lnTo>
                    <a:pt x="10710" y="25133"/>
                  </a:lnTo>
                  <a:lnTo>
                    <a:pt x="11353" y="25216"/>
                  </a:lnTo>
                  <a:lnTo>
                    <a:pt x="11996" y="25257"/>
                  </a:lnTo>
                  <a:lnTo>
                    <a:pt x="12640" y="25278"/>
                  </a:lnTo>
                  <a:lnTo>
                    <a:pt x="13283" y="25257"/>
                  </a:lnTo>
                  <a:lnTo>
                    <a:pt x="13926" y="25216"/>
                  </a:lnTo>
                  <a:lnTo>
                    <a:pt x="14570" y="25133"/>
                  </a:lnTo>
                  <a:lnTo>
                    <a:pt x="15192" y="25029"/>
                  </a:lnTo>
                  <a:lnTo>
                    <a:pt x="15794" y="24884"/>
                  </a:lnTo>
                  <a:lnTo>
                    <a:pt x="16396" y="24718"/>
                  </a:lnTo>
                  <a:lnTo>
                    <a:pt x="16977" y="24510"/>
                  </a:lnTo>
                  <a:lnTo>
                    <a:pt x="17558" y="24282"/>
                  </a:lnTo>
                  <a:lnTo>
                    <a:pt x="18119" y="24033"/>
                  </a:lnTo>
                  <a:lnTo>
                    <a:pt x="18658" y="23763"/>
                  </a:lnTo>
                  <a:lnTo>
                    <a:pt x="19198" y="23452"/>
                  </a:lnTo>
                  <a:lnTo>
                    <a:pt x="19696" y="23120"/>
                  </a:lnTo>
                  <a:lnTo>
                    <a:pt x="20194" y="22767"/>
                  </a:lnTo>
                  <a:lnTo>
                    <a:pt x="20671" y="22393"/>
                  </a:lnTo>
                  <a:lnTo>
                    <a:pt x="21128" y="21999"/>
                  </a:lnTo>
                  <a:lnTo>
                    <a:pt x="21584" y="21584"/>
                  </a:lnTo>
                  <a:lnTo>
                    <a:pt x="22000" y="21127"/>
                  </a:lnTo>
                  <a:lnTo>
                    <a:pt x="22394" y="20671"/>
                  </a:lnTo>
                  <a:lnTo>
                    <a:pt x="22767" y="20193"/>
                  </a:lnTo>
                  <a:lnTo>
                    <a:pt x="23120" y="19695"/>
                  </a:lnTo>
                  <a:lnTo>
                    <a:pt x="23452" y="19197"/>
                  </a:lnTo>
                  <a:lnTo>
                    <a:pt x="23764" y="18658"/>
                  </a:lnTo>
                  <a:lnTo>
                    <a:pt x="24033" y="18118"/>
                  </a:lnTo>
                  <a:lnTo>
                    <a:pt x="24282" y="17558"/>
                  </a:lnTo>
                  <a:lnTo>
                    <a:pt x="24511" y="16977"/>
                  </a:lnTo>
                  <a:lnTo>
                    <a:pt x="24718" y="16395"/>
                  </a:lnTo>
                  <a:lnTo>
                    <a:pt x="24884" y="15794"/>
                  </a:lnTo>
                  <a:lnTo>
                    <a:pt x="25030" y="15192"/>
                  </a:lnTo>
                  <a:lnTo>
                    <a:pt x="25133" y="14569"/>
                  </a:lnTo>
                  <a:lnTo>
                    <a:pt x="25216" y="13926"/>
                  </a:lnTo>
                  <a:lnTo>
                    <a:pt x="25258" y="13282"/>
                  </a:lnTo>
                  <a:lnTo>
                    <a:pt x="25279" y="12639"/>
                  </a:lnTo>
                  <a:lnTo>
                    <a:pt x="25258" y="11996"/>
                  </a:lnTo>
                  <a:lnTo>
                    <a:pt x="25216" y="11352"/>
                  </a:lnTo>
                  <a:lnTo>
                    <a:pt x="25133" y="10709"/>
                  </a:lnTo>
                  <a:lnTo>
                    <a:pt x="25030" y="10086"/>
                  </a:lnTo>
                  <a:lnTo>
                    <a:pt x="24884" y="9484"/>
                  </a:lnTo>
                  <a:lnTo>
                    <a:pt x="24718" y="8883"/>
                  </a:lnTo>
                  <a:lnTo>
                    <a:pt x="24511" y="8281"/>
                  </a:lnTo>
                  <a:lnTo>
                    <a:pt x="24282" y="7720"/>
                  </a:lnTo>
                  <a:lnTo>
                    <a:pt x="24033" y="7160"/>
                  </a:lnTo>
                  <a:lnTo>
                    <a:pt x="23764" y="6620"/>
                  </a:lnTo>
                  <a:lnTo>
                    <a:pt x="23452" y="6081"/>
                  </a:lnTo>
                  <a:lnTo>
                    <a:pt x="23120" y="5562"/>
                  </a:lnTo>
                  <a:lnTo>
                    <a:pt x="22767" y="5064"/>
                  </a:lnTo>
                  <a:lnTo>
                    <a:pt x="22394" y="4587"/>
                  </a:lnTo>
                  <a:lnTo>
                    <a:pt x="22000" y="4130"/>
                  </a:lnTo>
                  <a:lnTo>
                    <a:pt x="21584" y="3694"/>
                  </a:lnTo>
                  <a:lnTo>
                    <a:pt x="21128" y="3279"/>
                  </a:lnTo>
                  <a:lnTo>
                    <a:pt x="20671" y="2885"/>
                  </a:lnTo>
                  <a:lnTo>
                    <a:pt x="20194" y="2511"/>
                  </a:lnTo>
                  <a:lnTo>
                    <a:pt x="19696" y="2158"/>
                  </a:lnTo>
                  <a:lnTo>
                    <a:pt x="19198" y="1826"/>
                  </a:lnTo>
                  <a:lnTo>
                    <a:pt x="18658" y="1515"/>
                  </a:lnTo>
                  <a:lnTo>
                    <a:pt x="18119" y="1245"/>
                  </a:lnTo>
                  <a:lnTo>
                    <a:pt x="17558" y="996"/>
                  </a:lnTo>
                  <a:lnTo>
                    <a:pt x="16977" y="768"/>
                  </a:lnTo>
                  <a:lnTo>
                    <a:pt x="16396" y="560"/>
                  </a:lnTo>
                  <a:lnTo>
                    <a:pt x="15794" y="394"/>
                  </a:lnTo>
                  <a:lnTo>
                    <a:pt x="15192" y="249"/>
                  </a:lnTo>
                  <a:lnTo>
                    <a:pt x="14570" y="145"/>
                  </a:lnTo>
                  <a:lnTo>
                    <a:pt x="13926" y="62"/>
                  </a:lnTo>
                  <a:lnTo>
                    <a:pt x="13283" y="21"/>
                  </a:lnTo>
                  <a:lnTo>
                    <a:pt x="126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7246645" y="1393895"/>
              <a:ext cx="63594" cy="140965"/>
            </a:xfrm>
            <a:custGeom>
              <a:rect b="b" l="l" r="r" t="t"/>
              <a:pathLst>
                <a:path extrusionOk="0" h="8053" w="3633">
                  <a:moveTo>
                    <a:pt x="976" y="0"/>
                  </a:moveTo>
                  <a:lnTo>
                    <a:pt x="914" y="21"/>
                  </a:lnTo>
                  <a:lnTo>
                    <a:pt x="872" y="42"/>
                  </a:lnTo>
                  <a:lnTo>
                    <a:pt x="831" y="83"/>
                  </a:lnTo>
                  <a:lnTo>
                    <a:pt x="789" y="125"/>
                  </a:lnTo>
                  <a:lnTo>
                    <a:pt x="769" y="229"/>
                  </a:lnTo>
                  <a:lnTo>
                    <a:pt x="769" y="332"/>
                  </a:lnTo>
                  <a:lnTo>
                    <a:pt x="769" y="436"/>
                  </a:lnTo>
                  <a:lnTo>
                    <a:pt x="831" y="768"/>
                  </a:lnTo>
                  <a:lnTo>
                    <a:pt x="914" y="1100"/>
                  </a:lnTo>
                  <a:lnTo>
                    <a:pt x="1018" y="1432"/>
                  </a:lnTo>
                  <a:lnTo>
                    <a:pt x="1142" y="1744"/>
                  </a:lnTo>
                  <a:lnTo>
                    <a:pt x="1267" y="2055"/>
                  </a:lnTo>
                  <a:lnTo>
                    <a:pt x="1433" y="2366"/>
                  </a:lnTo>
                  <a:lnTo>
                    <a:pt x="1599" y="2657"/>
                  </a:lnTo>
                  <a:lnTo>
                    <a:pt x="1806" y="2927"/>
                  </a:lnTo>
                  <a:lnTo>
                    <a:pt x="1536" y="3134"/>
                  </a:lnTo>
                  <a:lnTo>
                    <a:pt x="1308" y="3362"/>
                  </a:lnTo>
                  <a:lnTo>
                    <a:pt x="1080" y="3591"/>
                  </a:lnTo>
                  <a:lnTo>
                    <a:pt x="893" y="3861"/>
                  </a:lnTo>
                  <a:lnTo>
                    <a:pt x="706" y="4130"/>
                  </a:lnTo>
                  <a:lnTo>
                    <a:pt x="540" y="4400"/>
                  </a:lnTo>
                  <a:lnTo>
                    <a:pt x="395" y="4691"/>
                  </a:lnTo>
                  <a:lnTo>
                    <a:pt x="270" y="5002"/>
                  </a:lnTo>
                  <a:lnTo>
                    <a:pt x="187" y="5293"/>
                  </a:lnTo>
                  <a:lnTo>
                    <a:pt x="104" y="5604"/>
                  </a:lnTo>
                  <a:lnTo>
                    <a:pt x="42" y="5936"/>
                  </a:lnTo>
                  <a:lnTo>
                    <a:pt x="21" y="6247"/>
                  </a:lnTo>
                  <a:lnTo>
                    <a:pt x="1" y="6579"/>
                  </a:lnTo>
                  <a:lnTo>
                    <a:pt x="21" y="6891"/>
                  </a:lnTo>
                  <a:lnTo>
                    <a:pt x="63" y="7223"/>
                  </a:lnTo>
                  <a:lnTo>
                    <a:pt x="125" y="7534"/>
                  </a:lnTo>
                  <a:lnTo>
                    <a:pt x="3487" y="8053"/>
                  </a:lnTo>
                  <a:lnTo>
                    <a:pt x="3550" y="7430"/>
                  </a:lnTo>
                  <a:lnTo>
                    <a:pt x="3591" y="6787"/>
                  </a:lnTo>
                  <a:lnTo>
                    <a:pt x="3612" y="5998"/>
                  </a:lnTo>
                  <a:lnTo>
                    <a:pt x="3633" y="5127"/>
                  </a:lnTo>
                  <a:lnTo>
                    <a:pt x="3612" y="4691"/>
                  </a:lnTo>
                  <a:lnTo>
                    <a:pt x="3591" y="4255"/>
                  </a:lnTo>
                  <a:lnTo>
                    <a:pt x="3550" y="3840"/>
                  </a:lnTo>
                  <a:lnTo>
                    <a:pt x="3508" y="3445"/>
                  </a:lnTo>
                  <a:lnTo>
                    <a:pt x="3446" y="3072"/>
                  </a:lnTo>
                  <a:lnTo>
                    <a:pt x="3342" y="2761"/>
                  </a:lnTo>
                  <a:lnTo>
                    <a:pt x="3197" y="2387"/>
                  </a:lnTo>
                  <a:lnTo>
                    <a:pt x="2989" y="2034"/>
                  </a:lnTo>
                  <a:lnTo>
                    <a:pt x="2761" y="1681"/>
                  </a:lnTo>
                  <a:lnTo>
                    <a:pt x="2512" y="1370"/>
                  </a:lnTo>
                  <a:lnTo>
                    <a:pt x="2242" y="1059"/>
                  </a:lnTo>
                  <a:lnTo>
                    <a:pt x="1931" y="747"/>
                  </a:lnTo>
                  <a:lnTo>
                    <a:pt x="1329" y="187"/>
                  </a:lnTo>
                  <a:lnTo>
                    <a:pt x="1225" y="104"/>
                  </a:lnTo>
                  <a:lnTo>
                    <a:pt x="1101" y="42"/>
                  </a:lnTo>
                  <a:lnTo>
                    <a:pt x="1038" y="21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7223399" y="1522852"/>
              <a:ext cx="750565" cy="617967"/>
            </a:xfrm>
            <a:custGeom>
              <a:rect b="b" l="l" r="r" t="t"/>
              <a:pathLst>
                <a:path extrusionOk="0" h="35303" w="42878">
                  <a:moveTo>
                    <a:pt x="5044" y="1"/>
                  </a:moveTo>
                  <a:lnTo>
                    <a:pt x="0" y="3280"/>
                  </a:lnTo>
                  <a:lnTo>
                    <a:pt x="1889" y="6435"/>
                  </a:lnTo>
                  <a:lnTo>
                    <a:pt x="3757" y="9506"/>
                  </a:lnTo>
                  <a:lnTo>
                    <a:pt x="5604" y="12432"/>
                  </a:lnTo>
                  <a:lnTo>
                    <a:pt x="6496" y="13844"/>
                  </a:lnTo>
                  <a:lnTo>
                    <a:pt x="7389" y="15193"/>
                  </a:lnTo>
                  <a:lnTo>
                    <a:pt x="8260" y="16479"/>
                  </a:lnTo>
                  <a:lnTo>
                    <a:pt x="9111" y="17704"/>
                  </a:lnTo>
                  <a:lnTo>
                    <a:pt x="9921" y="18866"/>
                  </a:lnTo>
                  <a:lnTo>
                    <a:pt x="10730" y="19945"/>
                  </a:lnTo>
                  <a:lnTo>
                    <a:pt x="11519" y="20941"/>
                  </a:lnTo>
                  <a:lnTo>
                    <a:pt x="12266" y="21855"/>
                  </a:lnTo>
                  <a:lnTo>
                    <a:pt x="12971" y="22664"/>
                  </a:lnTo>
                  <a:lnTo>
                    <a:pt x="13656" y="23370"/>
                  </a:lnTo>
                  <a:lnTo>
                    <a:pt x="14009" y="23702"/>
                  </a:lnTo>
                  <a:lnTo>
                    <a:pt x="14424" y="24054"/>
                  </a:lnTo>
                  <a:lnTo>
                    <a:pt x="14902" y="24428"/>
                  </a:lnTo>
                  <a:lnTo>
                    <a:pt x="15400" y="24802"/>
                  </a:lnTo>
                  <a:lnTo>
                    <a:pt x="15960" y="25196"/>
                  </a:lnTo>
                  <a:lnTo>
                    <a:pt x="16562" y="25611"/>
                  </a:lnTo>
                  <a:lnTo>
                    <a:pt x="17849" y="26441"/>
                  </a:lnTo>
                  <a:lnTo>
                    <a:pt x="19260" y="27313"/>
                  </a:lnTo>
                  <a:lnTo>
                    <a:pt x="20754" y="28184"/>
                  </a:lnTo>
                  <a:lnTo>
                    <a:pt x="22290" y="29077"/>
                  </a:lnTo>
                  <a:lnTo>
                    <a:pt x="23867" y="29948"/>
                  </a:lnTo>
                  <a:lnTo>
                    <a:pt x="25444" y="30799"/>
                  </a:lnTo>
                  <a:lnTo>
                    <a:pt x="27001" y="31630"/>
                  </a:lnTo>
                  <a:lnTo>
                    <a:pt x="29886" y="33145"/>
                  </a:lnTo>
                  <a:lnTo>
                    <a:pt x="34078" y="35303"/>
                  </a:lnTo>
                  <a:lnTo>
                    <a:pt x="38249" y="31380"/>
                  </a:lnTo>
                  <a:lnTo>
                    <a:pt x="38768" y="30882"/>
                  </a:lnTo>
                  <a:lnTo>
                    <a:pt x="42878" y="27022"/>
                  </a:lnTo>
                  <a:lnTo>
                    <a:pt x="42213" y="26607"/>
                  </a:lnTo>
                  <a:lnTo>
                    <a:pt x="41446" y="26192"/>
                  </a:lnTo>
                  <a:lnTo>
                    <a:pt x="40595" y="25756"/>
                  </a:lnTo>
                  <a:lnTo>
                    <a:pt x="39681" y="25300"/>
                  </a:lnTo>
                  <a:lnTo>
                    <a:pt x="39100" y="25030"/>
                  </a:lnTo>
                  <a:lnTo>
                    <a:pt x="37648" y="24366"/>
                  </a:lnTo>
                  <a:lnTo>
                    <a:pt x="36091" y="23681"/>
                  </a:lnTo>
                  <a:lnTo>
                    <a:pt x="34472" y="22996"/>
                  </a:lnTo>
                  <a:lnTo>
                    <a:pt x="32812" y="22290"/>
                  </a:lnTo>
                  <a:lnTo>
                    <a:pt x="32210" y="22041"/>
                  </a:lnTo>
                  <a:lnTo>
                    <a:pt x="29014" y="20713"/>
                  </a:lnTo>
                  <a:lnTo>
                    <a:pt x="27437" y="20049"/>
                  </a:lnTo>
                  <a:lnTo>
                    <a:pt x="25901" y="19385"/>
                  </a:lnTo>
                  <a:lnTo>
                    <a:pt x="24428" y="18721"/>
                  </a:lnTo>
                  <a:lnTo>
                    <a:pt x="23037" y="18098"/>
                  </a:lnTo>
                  <a:lnTo>
                    <a:pt x="21771" y="17476"/>
                  </a:lnTo>
                  <a:lnTo>
                    <a:pt x="20630" y="16874"/>
                  </a:lnTo>
                  <a:lnTo>
                    <a:pt x="20215" y="16251"/>
                  </a:lnTo>
                  <a:lnTo>
                    <a:pt x="19737" y="15545"/>
                  </a:lnTo>
                  <a:lnTo>
                    <a:pt x="19177" y="14819"/>
                  </a:lnTo>
                  <a:lnTo>
                    <a:pt x="18554" y="14030"/>
                  </a:lnTo>
                  <a:lnTo>
                    <a:pt x="17869" y="13221"/>
                  </a:lnTo>
                  <a:lnTo>
                    <a:pt x="17143" y="12391"/>
                  </a:lnTo>
                  <a:lnTo>
                    <a:pt x="16375" y="11519"/>
                  </a:lnTo>
                  <a:lnTo>
                    <a:pt x="15586" y="10648"/>
                  </a:lnTo>
                  <a:lnTo>
                    <a:pt x="13926" y="8863"/>
                  </a:lnTo>
                  <a:lnTo>
                    <a:pt x="12245" y="7099"/>
                  </a:lnTo>
                  <a:lnTo>
                    <a:pt x="10585" y="5418"/>
                  </a:lnTo>
                  <a:lnTo>
                    <a:pt x="9049" y="3882"/>
                  </a:lnTo>
                  <a:lnTo>
                    <a:pt x="8551" y="3384"/>
                  </a:lnTo>
                  <a:lnTo>
                    <a:pt x="7140" y="1993"/>
                  </a:lnTo>
                  <a:lnTo>
                    <a:pt x="6040" y="935"/>
                  </a:lnTo>
                  <a:lnTo>
                    <a:pt x="5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8477100" y="2953841"/>
              <a:ext cx="111172" cy="223079"/>
            </a:xfrm>
            <a:custGeom>
              <a:rect b="b" l="l" r="r" t="t"/>
              <a:pathLst>
                <a:path extrusionOk="0" h="12744" w="6351">
                  <a:moveTo>
                    <a:pt x="5085" y="1"/>
                  </a:moveTo>
                  <a:lnTo>
                    <a:pt x="498" y="146"/>
                  </a:lnTo>
                  <a:lnTo>
                    <a:pt x="312" y="2678"/>
                  </a:lnTo>
                  <a:lnTo>
                    <a:pt x="125" y="5293"/>
                  </a:lnTo>
                  <a:lnTo>
                    <a:pt x="63" y="6621"/>
                  </a:lnTo>
                  <a:lnTo>
                    <a:pt x="21" y="7908"/>
                  </a:lnTo>
                  <a:lnTo>
                    <a:pt x="0" y="9195"/>
                  </a:lnTo>
                  <a:lnTo>
                    <a:pt x="0" y="10461"/>
                  </a:lnTo>
                  <a:lnTo>
                    <a:pt x="0" y="10689"/>
                  </a:lnTo>
                  <a:lnTo>
                    <a:pt x="21" y="10793"/>
                  </a:lnTo>
                  <a:lnTo>
                    <a:pt x="42" y="10896"/>
                  </a:lnTo>
                  <a:lnTo>
                    <a:pt x="104" y="11000"/>
                  </a:lnTo>
                  <a:lnTo>
                    <a:pt x="166" y="11104"/>
                  </a:lnTo>
                  <a:lnTo>
                    <a:pt x="249" y="11166"/>
                  </a:lnTo>
                  <a:lnTo>
                    <a:pt x="353" y="11208"/>
                  </a:lnTo>
                  <a:lnTo>
                    <a:pt x="436" y="11228"/>
                  </a:lnTo>
                  <a:lnTo>
                    <a:pt x="498" y="11208"/>
                  </a:lnTo>
                  <a:lnTo>
                    <a:pt x="623" y="11166"/>
                  </a:lnTo>
                  <a:lnTo>
                    <a:pt x="748" y="11083"/>
                  </a:lnTo>
                  <a:lnTo>
                    <a:pt x="831" y="10979"/>
                  </a:lnTo>
                  <a:lnTo>
                    <a:pt x="893" y="10855"/>
                  </a:lnTo>
                  <a:lnTo>
                    <a:pt x="934" y="10710"/>
                  </a:lnTo>
                  <a:lnTo>
                    <a:pt x="997" y="10440"/>
                  </a:lnTo>
                  <a:lnTo>
                    <a:pt x="1246" y="8696"/>
                  </a:lnTo>
                  <a:lnTo>
                    <a:pt x="1495" y="6953"/>
                  </a:lnTo>
                  <a:lnTo>
                    <a:pt x="1868" y="12079"/>
                  </a:lnTo>
                  <a:lnTo>
                    <a:pt x="1889" y="12287"/>
                  </a:lnTo>
                  <a:lnTo>
                    <a:pt x="1910" y="12391"/>
                  </a:lnTo>
                  <a:lnTo>
                    <a:pt x="1951" y="12494"/>
                  </a:lnTo>
                  <a:lnTo>
                    <a:pt x="2013" y="12577"/>
                  </a:lnTo>
                  <a:lnTo>
                    <a:pt x="2076" y="12660"/>
                  </a:lnTo>
                  <a:lnTo>
                    <a:pt x="2159" y="12723"/>
                  </a:lnTo>
                  <a:lnTo>
                    <a:pt x="2263" y="12743"/>
                  </a:lnTo>
                  <a:lnTo>
                    <a:pt x="2387" y="12743"/>
                  </a:lnTo>
                  <a:lnTo>
                    <a:pt x="2491" y="12681"/>
                  </a:lnTo>
                  <a:lnTo>
                    <a:pt x="2574" y="12598"/>
                  </a:lnTo>
                  <a:lnTo>
                    <a:pt x="2636" y="12494"/>
                  </a:lnTo>
                  <a:lnTo>
                    <a:pt x="2698" y="12391"/>
                  </a:lnTo>
                  <a:lnTo>
                    <a:pt x="2719" y="12287"/>
                  </a:lnTo>
                  <a:lnTo>
                    <a:pt x="2740" y="12038"/>
                  </a:lnTo>
                  <a:lnTo>
                    <a:pt x="2906" y="9547"/>
                  </a:lnTo>
                  <a:lnTo>
                    <a:pt x="3072" y="7036"/>
                  </a:lnTo>
                  <a:lnTo>
                    <a:pt x="3757" y="11893"/>
                  </a:lnTo>
                  <a:lnTo>
                    <a:pt x="3778" y="12038"/>
                  </a:lnTo>
                  <a:lnTo>
                    <a:pt x="3819" y="12204"/>
                  </a:lnTo>
                  <a:lnTo>
                    <a:pt x="3861" y="12349"/>
                  </a:lnTo>
                  <a:lnTo>
                    <a:pt x="3944" y="12474"/>
                  </a:lnTo>
                  <a:lnTo>
                    <a:pt x="4068" y="12598"/>
                  </a:lnTo>
                  <a:lnTo>
                    <a:pt x="4193" y="12660"/>
                  </a:lnTo>
                  <a:lnTo>
                    <a:pt x="4276" y="12681"/>
                  </a:lnTo>
                  <a:lnTo>
                    <a:pt x="4359" y="12702"/>
                  </a:lnTo>
                  <a:lnTo>
                    <a:pt x="4421" y="12681"/>
                  </a:lnTo>
                  <a:lnTo>
                    <a:pt x="4504" y="12660"/>
                  </a:lnTo>
                  <a:lnTo>
                    <a:pt x="4566" y="12598"/>
                  </a:lnTo>
                  <a:lnTo>
                    <a:pt x="4608" y="12536"/>
                  </a:lnTo>
                  <a:lnTo>
                    <a:pt x="4649" y="12474"/>
                  </a:lnTo>
                  <a:lnTo>
                    <a:pt x="4670" y="12391"/>
                  </a:lnTo>
                  <a:lnTo>
                    <a:pt x="4711" y="12225"/>
                  </a:lnTo>
                  <a:lnTo>
                    <a:pt x="4711" y="12038"/>
                  </a:lnTo>
                  <a:lnTo>
                    <a:pt x="4732" y="9506"/>
                  </a:lnTo>
                  <a:lnTo>
                    <a:pt x="4753" y="6974"/>
                  </a:lnTo>
                  <a:lnTo>
                    <a:pt x="5459" y="10523"/>
                  </a:lnTo>
                  <a:lnTo>
                    <a:pt x="5521" y="10793"/>
                  </a:lnTo>
                  <a:lnTo>
                    <a:pt x="5583" y="10917"/>
                  </a:lnTo>
                  <a:lnTo>
                    <a:pt x="5645" y="11042"/>
                  </a:lnTo>
                  <a:lnTo>
                    <a:pt x="5749" y="11125"/>
                  </a:lnTo>
                  <a:lnTo>
                    <a:pt x="5874" y="11187"/>
                  </a:lnTo>
                  <a:lnTo>
                    <a:pt x="5957" y="11208"/>
                  </a:lnTo>
                  <a:lnTo>
                    <a:pt x="6081" y="11208"/>
                  </a:lnTo>
                  <a:lnTo>
                    <a:pt x="6143" y="11187"/>
                  </a:lnTo>
                  <a:lnTo>
                    <a:pt x="6206" y="11125"/>
                  </a:lnTo>
                  <a:lnTo>
                    <a:pt x="6268" y="11083"/>
                  </a:lnTo>
                  <a:lnTo>
                    <a:pt x="6289" y="11000"/>
                  </a:lnTo>
                  <a:lnTo>
                    <a:pt x="6330" y="10938"/>
                  </a:lnTo>
                  <a:lnTo>
                    <a:pt x="6351" y="10772"/>
                  </a:lnTo>
                  <a:lnTo>
                    <a:pt x="6351" y="10606"/>
                  </a:lnTo>
                  <a:lnTo>
                    <a:pt x="6351" y="9195"/>
                  </a:lnTo>
                  <a:lnTo>
                    <a:pt x="6289" y="7659"/>
                  </a:lnTo>
                  <a:lnTo>
                    <a:pt x="6206" y="6040"/>
                  </a:lnTo>
                  <a:lnTo>
                    <a:pt x="6081" y="4463"/>
                  </a:lnTo>
                  <a:lnTo>
                    <a:pt x="6019" y="3695"/>
                  </a:lnTo>
                  <a:lnTo>
                    <a:pt x="5915" y="2989"/>
                  </a:lnTo>
                  <a:lnTo>
                    <a:pt x="5811" y="2304"/>
                  </a:lnTo>
                  <a:lnTo>
                    <a:pt x="5708" y="1682"/>
                  </a:lnTo>
                  <a:lnTo>
                    <a:pt x="5583" y="1142"/>
                  </a:lnTo>
                  <a:lnTo>
                    <a:pt x="5438" y="665"/>
                  </a:lnTo>
                  <a:lnTo>
                    <a:pt x="5355" y="457"/>
                  </a:lnTo>
                  <a:lnTo>
                    <a:pt x="5272" y="270"/>
                  </a:lnTo>
                  <a:lnTo>
                    <a:pt x="5189" y="125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8438958" y="2956379"/>
              <a:ext cx="92652" cy="143888"/>
            </a:xfrm>
            <a:custGeom>
              <a:rect b="b" l="l" r="r" t="t"/>
              <a:pathLst>
                <a:path extrusionOk="0" h="8220" w="5293">
                  <a:moveTo>
                    <a:pt x="2677" y="1"/>
                  </a:moveTo>
                  <a:lnTo>
                    <a:pt x="2325" y="499"/>
                  </a:lnTo>
                  <a:lnTo>
                    <a:pt x="1951" y="1039"/>
                  </a:lnTo>
                  <a:lnTo>
                    <a:pt x="1515" y="1703"/>
                  </a:lnTo>
                  <a:lnTo>
                    <a:pt x="1059" y="2450"/>
                  </a:lnTo>
                  <a:lnTo>
                    <a:pt x="830" y="2823"/>
                  </a:lnTo>
                  <a:lnTo>
                    <a:pt x="644" y="3218"/>
                  </a:lnTo>
                  <a:lnTo>
                    <a:pt x="457" y="3591"/>
                  </a:lnTo>
                  <a:lnTo>
                    <a:pt x="291" y="3944"/>
                  </a:lnTo>
                  <a:lnTo>
                    <a:pt x="166" y="4297"/>
                  </a:lnTo>
                  <a:lnTo>
                    <a:pt x="83" y="4608"/>
                  </a:lnTo>
                  <a:lnTo>
                    <a:pt x="21" y="5023"/>
                  </a:lnTo>
                  <a:lnTo>
                    <a:pt x="0" y="5438"/>
                  </a:lnTo>
                  <a:lnTo>
                    <a:pt x="42" y="5833"/>
                  </a:lnTo>
                  <a:lnTo>
                    <a:pt x="83" y="6248"/>
                  </a:lnTo>
                  <a:lnTo>
                    <a:pt x="166" y="6663"/>
                  </a:lnTo>
                  <a:lnTo>
                    <a:pt x="270" y="7057"/>
                  </a:lnTo>
                  <a:lnTo>
                    <a:pt x="498" y="7867"/>
                  </a:lnTo>
                  <a:lnTo>
                    <a:pt x="540" y="7991"/>
                  </a:lnTo>
                  <a:lnTo>
                    <a:pt x="623" y="8116"/>
                  </a:lnTo>
                  <a:lnTo>
                    <a:pt x="664" y="8157"/>
                  </a:lnTo>
                  <a:lnTo>
                    <a:pt x="706" y="8199"/>
                  </a:lnTo>
                  <a:lnTo>
                    <a:pt x="768" y="8219"/>
                  </a:lnTo>
                  <a:lnTo>
                    <a:pt x="872" y="8219"/>
                  </a:lnTo>
                  <a:lnTo>
                    <a:pt x="913" y="8178"/>
                  </a:lnTo>
                  <a:lnTo>
                    <a:pt x="996" y="8116"/>
                  </a:lnTo>
                  <a:lnTo>
                    <a:pt x="1059" y="8033"/>
                  </a:lnTo>
                  <a:lnTo>
                    <a:pt x="1100" y="7929"/>
                  </a:lnTo>
                  <a:lnTo>
                    <a:pt x="1225" y="7618"/>
                  </a:lnTo>
                  <a:lnTo>
                    <a:pt x="1328" y="7286"/>
                  </a:lnTo>
                  <a:lnTo>
                    <a:pt x="1391" y="6953"/>
                  </a:lnTo>
                  <a:lnTo>
                    <a:pt x="1453" y="6621"/>
                  </a:lnTo>
                  <a:lnTo>
                    <a:pt x="1495" y="6289"/>
                  </a:lnTo>
                  <a:lnTo>
                    <a:pt x="1515" y="5937"/>
                  </a:lnTo>
                  <a:lnTo>
                    <a:pt x="1515" y="5604"/>
                  </a:lnTo>
                  <a:lnTo>
                    <a:pt x="1515" y="5272"/>
                  </a:lnTo>
                  <a:lnTo>
                    <a:pt x="1827" y="5210"/>
                  </a:lnTo>
                  <a:lnTo>
                    <a:pt x="2138" y="5148"/>
                  </a:lnTo>
                  <a:lnTo>
                    <a:pt x="2449" y="5065"/>
                  </a:lnTo>
                  <a:lnTo>
                    <a:pt x="2760" y="4940"/>
                  </a:lnTo>
                  <a:lnTo>
                    <a:pt x="3051" y="4795"/>
                  </a:lnTo>
                  <a:lnTo>
                    <a:pt x="3342" y="4650"/>
                  </a:lnTo>
                  <a:lnTo>
                    <a:pt x="3611" y="4463"/>
                  </a:lnTo>
                  <a:lnTo>
                    <a:pt x="3860" y="4276"/>
                  </a:lnTo>
                  <a:lnTo>
                    <a:pt x="4109" y="4069"/>
                  </a:lnTo>
                  <a:lnTo>
                    <a:pt x="4338" y="3840"/>
                  </a:lnTo>
                  <a:lnTo>
                    <a:pt x="4545" y="3591"/>
                  </a:lnTo>
                  <a:lnTo>
                    <a:pt x="4732" y="3322"/>
                  </a:lnTo>
                  <a:lnTo>
                    <a:pt x="4919" y="3052"/>
                  </a:lnTo>
                  <a:lnTo>
                    <a:pt x="5064" y="2761"/>
                  </a:lnTo>
                  <a:lnTo>
                    <a:pt x="5189" y="2471"/>
                  </a:lnTo>
                  <a:lnTo>
                    <a:pt x="5292" y="2159"/>
                  </a:lnTo>
                  <a:lnTo>
                    <a:pt x="2677" y="1"/>
                  </a:lnTo>
                  <a:close/>
                </a:path>
              </a:pathLst>
            </a:custGeom>
            <a:solidFill>
              <a:srgbClr val="ED7B5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8268567" y="2033270"/>
              <a:ext cx="314996" cy="935484"/>
            </a:xfrm>
            <a:custGeom>
              <a:rect b="b" l="l" r="r" t="t"/>
              <a:pathLst>
                <a:path extrusionOk="0" h="53442" w="17995">
                  <a:moveTo>
                    <a:pt x="3757" y="1"/>
                  </a:moveTo>
                  <a:lnTo>
                    <a:pt x="1" y="10253"/>
                  </a:lnTo>
                  <a:lnTo>
                    <a:pt x="22" y="10793"/>
                  </a:lnTo>
                  <a:lnTo>
                    <a:pt x="84" y="11353"/>
                  </a:lnTo>
                  <a:lnTo>
                    <a:pt x="167" y="11913"/>
                  </a:lnTo>
                  <a:lnTo>
                    <a:pt x="271" y="12474"/>
                  </a:lnTo>
                  <a:lnTo>
                    <a:pt x="395" y="13055"/>
                  </a:lnTo>
                  <a:lnTo>
                    <a:pt x="540" y="13657"/>
                  </a:lnTo>
                  <a:lnTo>
                    <a:pt x="706" y="14259"/>
                  </a:lnTo>
                  <a:lnTo>
                    <a:pt x="893" y="14860"/>
                  </a:lnTo>
                  <a:lnTo>
                    <a:pt x="1080" y="15483"/>
                  </a:lnTo>
                  <a:lnTo>
                    <a:pt x="1308" y="16126"/>
                  </a:lnTo>
                  <a:lnTo>
                    <a:pt x="1557" y="16749"/>
                  </a:lnTo>
                  <a:lnTo>
                    <a:pt x="1806" y="17392"/>
                  </a:lnTo>
                  <a:lnTo>
                    <a:pt x="2387" y="18721"/>
                  </a:lnTo>
                  <a:lnTo>
                    <a:pt x="3010" y="20049"/>
                  </a:lnTo>
                  <a:lnTo>
                    <a:pt x="3716" y="21419"/>
                  </a:lnTo>
                  <a:lnTo>
                    <a:pt x="4463" y="22809"/>
                  </a:lnTo>
                  <a:lnTo>
                    <a:pt x="5251" y="24220"/>
                  </a:lnTo>
                  <a:lnTo>
                    <a:pt x="6082" y="25652"/>
                  </a:lnTo>
                  <a:lnTo>
                    <a:pt x="6953" y="27084"/>
                  </a:lnTo>
                  <a:lnTo>
                    <a:pt x="7866" y="28537"/>
                  </a:lnTo>
                  <a:lnTo>
                    <a:pt x="8800" y="29990"/>
                  </a:lnTo>
                  <a:lnTo>
                    <a:pt x="9776" y="31443"/>
                  </a:lnTo>
                  <a:lnTo>
                    <a:pt x="9693" y="31899"/>
                  </a:lnTo>
                  <a:lnTo>
                    <a:pt x="9630" y="32377"/>
                  </a:lnTo>
                  <a:lnTo>
                    <a:pt x="9568" y="32875"/>
                  </a:lnTo>
                  <a:lnTo>
                    <a:pt x="9527" y="33394"/>
                  </a:lnTo>
                  <a:lnTo>
                    <a:pt x="9485" y="34493"/>
                  </a:lnTo>
                  <a:lnTo>
                    <a:pt x="9485" y="35697"/>
                  </a:lnTo>
                  <a:lnTo>
                    <a:pt x="9506" y="36963"/>
                  </a:lnTo>
                  <a:lnTo>
                    <a:pt x="9568" y="38291"/>
                  </a:lnTo>
                  <a:lnTo>
                    <a:pt x="9672" y="39682"/>
                  </a:lnTo>
                  <a:lnTo>
                    <a:pt x="9797" y="41114"/>
                  </a:lnTo>
                  <a:lnTo>
                    <a:pt x="9963" y="42587"/>
                  </a:lnTo>
                  <a:lnTo>
                    <a:pt x="10149" y="44102"/>
                  </a:lnTo>
                  <a:lnTo>
                    <a:pt x="10336" y="45638"/>
                  </a:lnTo>
                  <a:lnTo>
                    <a:pt x="10564" y="47195"/>
                  </a:lnTo>
                  <a:lnTo>
                    <a:pt x="10813" y="48772"/>
                  </a:lnTo>
                  <a:lnTo>
                    <a:pt x="11062" y="50329"/>
                  </a:lnTo>
                  <a:lnTo>
                    <a:pt x="11623" y="53442"/>
                  </a:lnTo>
                  <a:lnTo>
                    <a:pt x="17890" y="53442"/>
                  </a:lnTo>
                  <a:lnTo>
                    <a:pt x="17911" y="52383"/>
                  </a:lnTo>
                  <a:lnTo>
                    <a:pt x="17953" y="49581"/>
                  </a:lnTo>
                  <a:lnTo>
                    <a:pt x="17994" y="45534"/>
                  </a:lnTo>
                  <a:lnTo>
                    <a:pt x="17994" y="43210"/>
                  </a:lnTo>
                  <a:lnTo>
                    <a:pt x="17994" y="40803"/>
                  </a:lnTo>
                  <a:lnTo>
                    <a:pt x="17994" y="40180"/>
                  </a:lnTo>
                  <a:lnTo>
                    <a:pt x="17973" y="38105"/>
                  </a:lnTo>
                  <a:lnTo>
                    <a:pt x="17932" y="36071"/>
                  </a:lnTo>
                  <a:lnTo>
                    <a:pt x="17870" y="34078"/>
                  </a:lnTo>
                  <a:lnTo>
                    <a:pt x="17807" y="32211"/>
                  </a:lnTo>
                  <a:lnTo>
                    <a:pt x="17724" y="30467"/>
                  </a:lnTo>
                  <a:lnTo>
                    <a:pt x="17600" y="28890"/>
                  </a:lnTo>
                  <a:lnTo>
                    <a:pt x="17538" y="28184"/>
                  </a:lnTo>
                  <a:lnTo>
                    <a:pt x="17455" y="27541"/>
                  </a:lnTo>
                  <a:lnTo>
                    <a:pt x="17372" y="26960"/>
                  </a:lnTo>
                  <a:lnTo>
                    <a:pt x="17289" y="26462"/>
                  </a:lnTo>
                  <a:lnTo>
                    <a:pt x="17123" y="25694"/>
                  </a:lnTo>
                  <a:lnTo>
                    <a:pt x="16894" y="24843"/>
                  </a:lnTo>
                  <a:lnTo>
                    <a:pt x="16624" y="23888"/>
                  </a:lnTo>
                  <a:lnTo>
                    <a:pt x="16292" y="22851"/>
                  </a:lnTo>
                  <a:lnTo>
                    <a:pt x="15919" y="21730"/>
                  </a:lnTo>
                  <a:lnTo>
                    <a:pt x="15483" y="20568"/>
                  </a:lnTo>
                  <a:lnTo>
                    <a:pt x="15026" y="19343"/>
                  </a:lnTo>
                  <a:lnTo>
                    <a:pt x="14528" y="18077"/>
                  </a:lnTo>
                  <a:lnTo>
                    <a:pt x="13989" y="16770"/>
                  </a:lnTo>
                  <a:lnTo>
                    <a:pt x="13408" y="15442"/>
                  </a:lnTo>
                  <a:lnTo>
                    <a:pt x="12806" y="14093"/>
                  </a:lnTo>
                  <a:lnTo>
                    <a:pt x="12183" y="12764"/>
                  </a:lnTo>
                  <a:lnTo>
                    <a:pt x="11540" y="11436"/>
                  </a:lnTo>
                  <a:lnTo>
                    <a:pt x="10876" y="10108"/>
                  </a:lnTo>
                  <a:lnTo>
                    <a:pt x="10191" y="8821"/>
                  </a:lnTo>
                  <a:lnTo>
                    <a:pt x="9506" y="7576"/>
                  </a:lnTo>
                  <a:lnTo>
                    <a:pt x="9153" y="6995"/>
                  </a:lnTo>
                  <a:lnTo>
                    <a:pt x="8468" y="5853"/>
                  </a:lnTo>
                  <a:lnTo>
                    <a:pt x="7783" y="4753"/>
                  </a:lnTo>
                  <a:lnTo>
                    <a:pt x="7099" y="3757"/>
                  </a:lnTo>
                  <a:lnTo>
                    <a:pt x="6414" y="2803"/>
                  </a:lnTo>
                  <a:lnTo>
                    <a:pt x="6082" y="2367"/>
                  </a:lnTo>
                  <a:lnTo>
                    <a:pt x="5729" y="1952"/>
                  </a:lnTo>
                  <a:lnTo>
                    <a:pt x="5397" y="1557"/>
                  </a:lnTo>
                  <a:lnTo>
                    <a:pt x="5065" y="1205"/>
                  </a:lnTo>
                  <a:lnTo>
                    <a:pt x="4733" y="852"/>
                  </a:lnTo>
                  <a:lnTo>
                    <a:pt x="4401" y="540"/>
                  </a:lnTo>
                  <a:lnTo>
                    <a:pt x="4068" y="250"/>
                  </a:lnTo>
                  <a:lnTo>
                    <a:pt x="37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7772328" y="1991137"/>
              <a:ext cx="591448" cy="685535"/>
            </a:xfrm>
            <a:custGeom>
              <a:rect b="b" l="l" r="r" t="t"/>
              <a:pathLst>
                <a:path extrusionOk="0" h="39163" w="33788">
                  <a:moveTo>
                    <a:pt x="21211" y="0"/>
                  </a:moveTo>
                  <a:lnTo>
                    <a:pt x="14466" y="5396"/>
                  </a:lnTo>
                  <a:lnTo>
                    <a:pt x="11519" y="270"/>
                  </a:lnTo>
                  <a:lnTo>
                    <a:pt x="7430" y="1287"/>
                  </a:lnTo>
                  <a:lnTo>
                    <a:pt x="6766" y="1432"/>
                  </a:lnTo>
                  <a:lnTo>
                    <a:pt x="6766" y="1453"/>
                  </a:lnTo>
                  <a:lnTo>
                    <a:pt x="1661" y="2698"/>
                  </a:lnTo>
                  <a:lnTo>
                    <a:pt x="1847" y="3030"/>
                  </a:lnTo>
                  <a:lnTo>
                    <a:pt x="1993" y="3383"/>
                  </a:lnTo>
                  <a:lnTo>
                    <a:pt x="2159" y="3715"/>
                  </a:lnTo>
                  <a:lnTo>
                    <a:pt x="2283" y="4068"/>
                  </a:lnTo>
                  <a:lnTo>
                    <a:pt x="2387" y="4442"/>
                  </a:lnTo>
                  <a:lnTo>
                    <a:pt x="2491" y="4795"/>
                  </a:lnTo>
                  <a:lnTo>
                    <a:pt x="2594" y="5168"/>
                  </a:lnTo>
                  <a:lnTo>
                    <a:pt x="2657" y="5542"/>
                  </a:lnTo>
                  <a:lnTo>
                    <a:pt x="2719" y="5894"/>
                  </a:lnTo>
                  <a:lnTo>
                    <a:pt x="2760" y="6289"/>
                  </a:lnTo>
                  <a:lnTo>
                    <a:pt x="2781" y="6662"/>
                  </a:lnTo>
                  <a:lnTo>
                    <a:pt x="2802" y="7036"/>
                  </a:lnTo>
                  <a:lnTo>
                    <a:pt x="2802" y="7409"/>
                  </a:lnTo>
                  <a:lnTo>
                    <a:pt x="2802" y="7783"/>
                  </a:lnTo>
                  <a:lnTo>
                    <a:pt x="2760" y="8177"/>
                  </a:lnTo>
                  <a:lnTo>
                    <a:pt x="2719" y="8551"/>
                  </a:lnTo>
                  <a:lnTo>
                    <a:pt x="2636" y="9111"/>
                  </a:lnTo>
                  <a:lnTo>
                    <a:pt x="2532" y="9672"/>
                  </a:lnTo>
                  <a:lnTo>
                    <a:pt x="2387" y="10232"/>
                  </a:lnTo>
                  <a:lnTo>
                    <a:pt x="2221" y="10772"/>
                  </a:lnTo>
                  <a:lnTo>
                    <a:pt x="2055" y="11228"/>
                  </a:lnTo>
                  <a:lnTo>
                    <a:pt x="1868" y="11705"/>
                  </a:lnTo>
                  <a:lnTo>
                    <a:pt x="1578" y="12328"/>
                  </a:lnTo>
                  <a:lnTo>
                    <a:pt x="1204" y="13138"/>
                  </a:lnTo>
                  <a:lnTo>
                    <a:pt x="830" y="13947"/>
                  </a:lnTo>
                  <a:lnTo>
                    <a:pt x="644" y="14362"/>
                  </a:lnTo>
                  <a:lnTo>
                    <a:pt x="498" y="14777"/>
                  </a:lnTo>
                  <a:lnTo>
                    <a:pt x="353" y="15213"/>
                  </a:lnTo>
                  <a:lnTo>
                    <a:pt x="229" y="15628"/>
                  </a:lnTo>
                  <a:lnTo>
                    <a:pt x="104" y="16188"/>
                  </a:lnTo>
                  <a:lnTo>
                    <a:pt x="21" y="16769"/>
                  </a:lnTo>
                  <a:lnTo>
                    <a:pt x="0" y="17330"/>
                  </a:lnTo>
                  <a:lnTo>
                    <a:pt x="0" y="17911"/>
                  </a:lnTo>
                  <a:lnTo>
                    <a:pt x="42" y="18492"/>
                  </a:lnTo>
                  <a:lnTo>
                    <a:pt x="146" y="19052"/>
                  </a:lnTo>
                  <a:lnTo>
                    <a:pt x="270" y="19613"/>
                  </a:lnTo>
                  <a:lnTo>
                    <a:pt x="436" y="20152"/>
                  </a:lnTo>
                  <a:lnTo>
                    <a:pt x="644" y="20692"/>
                  </a:lnTo>
                  <a:lnTo>
                    <a:pt x="893" y="21211"/>
                  </a:lnTo>
                  <a:lnTo>
                    <a:pt x="1183" y="21709"/>
                  </a:lnTo>
                  <a:lnTo>
                    <a:pt x="1495" y="22207"/>
                  </a:lnTo>
                  <a:lnTo>
                    <a:pt x="1847" y="22663"/>
                  </a:lnTo>
                  <a:lnTo>
                    <a:pt x="2221" y="23079"/>
                  </a:lnTo>
                  <a:lnTo>
                    <a:pt x="2636" y="23473"/>
                  </a:lnTo>
                  <a:lnTo>
                    <a:pt x="3072" y="23846"/>
                  </a:lnTo>
                  <a:lnTo>
                    <a:pt x="3321" y="24718"/>
                  </a:lnTo>
                  <a:lnTo>
                    <a:pt x="3404" y="25175"/>
                  </a:lnTo>
                  <a:lnTo>
                    <a:pt x="3487" y="25610"/>
                  </a:lnTo>
                  <a:lnTo>
                    <a:pt x="3570" y="26067"/>
                  </a:lnTo>
                  <a:lnTo>
                    <a:pt x="3632" y="26544"/>
                  </a:lnTo>
                  <a:lnTo>
                    <a:pt x="3674" y="27001"/>
                  </a:lnTo>
                  <a:lnTo>
                    <a:pt x="3715" y="27458"/>
                  </a:lnTo>
                  <a:lnTo>
                    <a:pt x="3736" y="27935"/>
                  </a:lnTo>
                  <a:lnTo>
                    <a:pt x="3757" y="28391"/>
                  </a:lnTo>
                  <a:lnTo>
                    <a:pt x="3736" y="28848"/>
                  </a:lnTo>
                  <a:lnTo>
                    <a:pt x="3715" y="29325"/>
                  </a:lnTo>
                  <a:lnTo>
                    <a:pt x="3674" y="29782"/>
                  </a:lnTo>
                  <a:lnTo>
                    <a:pt x="3611" y="30218"/>
                  </a:lnTo>
                  <a:lnTo>
                    <a:pt x="3549" y="30674"/>
                  </a:lnTo>
                  <a:lnTo>
                    <a:pt x="3466" y="31110"/>
                  </a:lnTo>
                  <a:lnTo>
                    <a:pt x="3300" y="31733"/>
                  </a:lnTo>
                  <a:lnTo>
                    <a:pt x="3113" y="32355"/>
                  </a:lnTo>
                  <a:lnTo>
                    <a:pt x="2864" y="33020"/>
                  </a:lnTo>
                  <a:lnTo>
                    <a:pt x="2615" y="33684"/>
                  </a:lnTo>
                  <a:lnTo>
                    <a:pt x="2366" y="34348"/>
                  </a:lnTo>
                  <a:lnTo>
                    <a:pt x="2117" y="35012"/>
                  </a:lnTo>
                  <a:lnTo>
                    <a:pt x="1910" y="35676"/>
                  </a:lnTo>
                  <a:lnTo>
                    <a:pt x="1723" y="36361"/>
                  </a:lnTo>
                  <a:lnTo>
                    <a:pt x="1640" y="36714"/>
                  </a:lnTo>
                  <a:lnTo>
                    <a:pt x="1578" y="37067"/>
                  </a:lnTo>
                  <a:lnTo>
                    <a:pt x="1515" y="37419"/>
                  </a:lnTo>
                  <a:lnTo>
                    <a:pt x="1495" y="37772"/>
                  </a:lnTo>
                  <a:lnTo>
                    <a:pt x="2532" y="38000"/>
                  </a:lnTo>
                  <a:lnTo>
                    <a:pt x="3591" y="38208"/>
                  </a:lnTo>
                  <a:lnTo>
                    <a:pt x="4628" y="38395"/>
                  </a:lnTo>
                  <a:lnTo>
                    <a:pt x="5687" y="38561"/>
                  </a:lnTo>
                  <a:lnTo>
                    <a:pt x="6745" y="38706"/>
                  </a:lnTo>
                  <a:lnTo>
                    <a:pt x="7804" y="38831"/>
                  </a:lnTo>
                  <a:lnTo>
                    <a:pt x="8862" y="38934"/>
                  </a:lnTo>
                  <a:lnTo>
                    <a:pt x="9920" y="39017"/>
                  </a:lnTo>
                  <a:lnTo>
                    <a:pt x="10564" y="39059"/>
                  </a:lnTo>
                  <a:lnTo>
                    <a:pt x="11726" y="39121"/>
                  </a:lnTo>
                  <a:lnTo>
                    <a:pt x="12888" y="39163"/>
                  </a:lnTo>
                  <a:lnTo>
                    <a:pt x="15233" y="39163"/>
                  </a:lnTo>
                  <a:lnTo>
                    <a:pt x="16416" y="39121"/>
                  </a:lnTo>
                  <a:lnTo>
                    <a:pt x="17579" y="39080"/>
                  </a:lnTo>
                  <a:lnTo>
                    <a:pt x="18762" y="38997"/>
                  </a:lnTo>
                  <a:lnTo>
                    <a:pt x="19924" y="38893"/>
                  </a:lnTo>
                  <a:lnTo>
                    <a:pt x="21086" y="38768"/>
                  </a:lnTo>
                  <a:lnTo>
                    <a:pt x="22248" y="38623"/>
                  </a:lnTo>
                  <a:lnTo>
                    <a:pt x="23410" y="38457"/>
                  </a:lnTo>
                  <a:lnTo>
                    <a:pt x="24573" y="38270"/>
                  </a:lnTo>
                  <a:lnTo>
                    <a:pt x="25735" y="38063"/>
                  </a:lnTo>
                  <a:lnTo>
                    <a:pt x="26876" y="37834"/>
                  </a:lnTo>
                  <a:lnTo>
                    <a:pt x="28038" y="37585"/>
                  </a:lnTo>
                  <a:lnTo>
                    <a:pt x="29180" y="37316"/>
                  </a:lnTo>
                  <a:lnTo>
                    <a:pt x="28869" y="36610"/>
                  </a:lnTo>
                  <a:lnTo>
                    <a:pt x="28578" y="35884"/>
                  </a:lnTo>
                  <a:lnTo>
                    <a:pt x="28308" y="35136"/>
                  </a:lnTo>
                  <a:lnTo>
                    <a:pt x="28080" y="34389"/>
                  </a:lnTo>
                  <a:lnTo>
                    <a:pt x="27893" y="33642"/>
                  </a:lnTo>
                  <a:lnTo>
                    <a:pt x="27727" y="32874"/>
                  </a:lnTo>
                  <a:lnTo>
                    <a:pt x="27603" y="32086"/>
                  </a:lnTo>
                  <a:lnTo>
                    <a:pt x="27520" y="31318"/>
                  </a:lnTo>
                  <a:lnTo>
                    <a:pt x="27457" y="30529"/>
                  </a:lnTo>
                  <a:lnTo>
                    <a:pt x="27416" y="29761"/>
                  </a:lnTo>
                  <a:lnTo>
                    <a:pt x="27437" y="28973"/>
                  </a:lnTo>
                  <a:lnTo>
                    <a:pt x="27478" y="28184"/>
                  </a:lnTo>
                  <a:lnTo>
                    <a:pt x="27540" y="27416"/>
                  </a:lnTo>
                  <a:lnTo>
                    <a:pt x="27644" y="26627"/>
                  </a:lnTo>
                  <a:lnTo>
                    <a:pt x="27789" y="25860"/>
                  </a:lnTo>
                  <a:lnTo>
                    <a:pt x="27976" y="25092"/>
                  </a:lnTo>
                  <a:lnTo>
                    <a:pt x="28204" y="24282"/>
                  </a:lnTo>
                  <a:lnTo>
                    <a:pt x="28474" y="23452"/>
                  </a:lnTo>
                  <a:lnTo>
                    <a:pt x="28765" y="22643"/>
                  </a:lnTo>
                  <a:lnTo>
                    <a:pt x="29076" y="21854"/>
                  </a:lnTo>
                  <a:lnTo>
                    <a:pt x="29387" y="21107"/>
                  </a:lnTo>
                  <a:lnTo>
                    <a:pt x="29782" y="20256"/>
                  </a:lnTo>
                  <a:lnTo>
                    <a:pt x="30197" y="19405"/>
                  </a:lnTo>
                  <a:lnTo>
                    <a:pt x="31006" y="17683"/>
                  </a:lnTo>
                  <a:lnTo>
                    <a:pt x="31442" y="16769"/>
                  </a:lnTo>
                  <a:lnTo>
                    <a:pt x="31857" y="15856"/>
                  </a:lnTo>
                  <a:lnTo>
                    <a:pt x="32251" y="14922"/>
                  </a:lnTo>
                  <a:lnTo>
                    <a:pt x="32625" y="13988"/>
                  </a:lnTo>
                  <a:lnTo>
                    <a:pt x="32936" y="13034"/>
                  </a:lnTo>
                  <a:lnTo>
                    <a:pt x="33102" y="12556"/>
                  </a:lnTo>
                  <a:lnTo>
                    <a:pt x="33227" y="12079"/>
                  </a:lnTo>
                  <a:lnTo>
                    <a:pt x="33351" y="11602"/>
                  </a:lnTo>
                  <a:lnTo>
                    <a:pt x="33455" y="11104"/>
                  </a:lnTo>
                  <a:lnTo>
                    <a:pt x="33559" y="10606"/>
                  </a:lnTo>
                  <a:lnTo>
                    <a:pt x="33621" y="10128"/>
                  </a:lnTo>
                  <a:lnTo>
                    <a:pt x="33683" y="9609"/>
                  </a:lnTo>
                  <a:lnTo>
                    <a:pt x="33746" y="9111"/>
                  </a:lnTo>
                  <a:lnTo>
                    <a:pt x="33766" y="8592"/>
                  </a:lnTo>
                  <a:lnTo>
                    <a:pt x="33787" y="8094"/>
                  </a:lnTo>
                  <a:lnTo>
                    <a:pt x="33766" y="7576"/>
                  </a:lnTo>
                  <a:lnTo>
                    <a:pt x="33746" y="7057"/>
                  </a:lnTo>
                  <a:lnTo>
                    <a:pt x="33704" y="6559"/>
                  </a:lnTo>
                  <a:lnTo>
                    <a:pt x="33642" y="6040"/>
                  </a:lnTo>
                  <a:lnTo>
                    <a:pt x="33538" y="5542"/>
                  </a:lnTo>
                  <a:lnTo>
                    <a:pt x="33414" y="5064"/>
                  </a:lnTo>
                  <a:lnTo>
                    <a:pt x="33268" y="4587"/>
                  </a:lnTo>
                  <a:lnTo>
                    <a:pt x="33102" y="4110"/>
                  </a:lnTo>
                  <a:lnTo>
                    <a:pt x="32895" y="3653"/>
                  </a:lnTo>
                  <a:lnTo>
                    <a:pt x="32667" y="3217"/>
                  </a:lnTo>
                  <a:lnTo>
                    <a:pt x="32397" y="2802"/>
                  </a:lnTo>
                  <a:lnTo>
                    <a:pt x="32106" y="2408"/>
                  </a:lnTo>
                  <a:lnTo>
                    <a:pt x="31899" y="2346"/>
                  </a:lnTo>
                  <a:lnTo>
                    <a:pt x="31255" y="2221"/>
                  </a:lnTo>
                  <a:lnTo>
                    <a:pt x="212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92" name="Google Shape;192;p16"/>
            <p:cNvCxnSpPr/>
            <p:nvPr/>
          </p:nvCxnSpPr>
          <p:spPr>
            <a:xfrm>
              <a:off x="6725254" y="4732126"/>
              <a:ext cx="1961552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3" name="Google Shape;193;p16"/>
            <p:cNvSpPr/>
            <p:nvPr/>
          </p:nvSpPr>
          <p:spPr>
            <a:xfrm>
              <a:off x="6925451" y="1081454"/>
              <a:ext cx="340186" cy="300545"/>
            </a:xfrm>
            <a:custGeom>
              <a:rect b="b" l="l" r="r" t="t"/>
              <a:pathLst>
                <a:path extrusionOk="0" h="17074" w="19326">
                  <a:moveTo>
                    <a:pt x="14226" y="1132"/>
                  </a:moveTo>
                  <a:cubicBezTo>
                    <a:pt x="15314" y="1132"/>
                    <a:pt x="16352" y="1605"/>
                    <a:pt x="17070" y="2425"/>
                  </a:cubicBezTo>
                  <a:cubicBezTo>
                    <a:pt x="17798" y="3252"/>
                    <a:pt x="18196" y="4366"/>
                    <a:pt x="18196" y="5568"/>
                  </a:cubicBezTo>
                  <a:cubicBezTo>
                    <a:pt x="18193" y="8476"/>
                    <a:pt x="15599" y="10686"/>
                    <a:pt x="11671" y="14032"/>
                  </a:cubicBezTo>
                  <a:cubicBezTo>
                    <a:pt x="11025" y="14581"/>
                    <a:pt x="10364" y="15146"/>
                    <a:pt x="9663" y="15756"/>
                  </a:cubicBezTo>
                  <a:cubicBezTo>
                    <a:pt x="8963" y="15146"/>
                    <a:pt x="8301" y="14581"/>
                    <a:pt x="7655" y="14032"/>
                  </a:cubicBezTo>
                  <a:cubicBezTo>
                    <a:pt x="3727" y="10686"/>
                    <a:pt x="1133" y="8476"/>
                    <a:pt x="1133" y="5568"/>
                  </a:cubicBezTo>
                  <a:cubicBezTo>
                    <a:pt x="1133" y="4366"/>
                    <a:pt x="1535" y="3252"/>
                    <a:pt x="2259" y="2425"/>
                  </a:cubicBezTo>
                  <a:cubicBezTo>
                    <a:pt x="2977" y="1605"/>
                    <a:pt x="4015" y="1132"/>
                    <a:pt x="5103" y="1132"/>
                  </a:cubicBezTo>
                  <a:cubicBezTo>
                    <a:pt x="5113" y="1132"/>
                    <a:pt x="5124" y="1132"/>
                    <a:pt x="5134" y="1132"/>
                  </a:cubicBezTo>
                  <a:cubicBezTo>
                    <a:pt x="6686" y="1132"/>
                    <a:pt x="7691" y="2090"/>
                    <a:pt x="8259" y="2890"/>
                  </a:cubicBezTo>
                  <a:cubicBezTo>
                    <a:pt x="8631" y="3421"/>
                    <a:pt x="8920" y="4001"/>
                    <a:pt x="9126" y="4614"/>
                  </a:cubicBezTo>
                  <a:cubicBezTo>
                    <a:pt x="9212" y="4875"/>
                    <a:pt x="9438" y="5006"/>
                    <a:pt x="9665" y="5006"/>
                  </a:cubicBezTo>
                  <a:cubicBezTo>
                    <a:pt x="9891" y="5006"/>
                    <a:pt x="10118" y="4875"/>
                    <a:pt x="10204" y="4614"/>
                  </a:cubicBezTo>
                  <a:cubicBezTo>
                    <a:pt x="10409" y="4001"/>
                    <a:pt x="10699" y="3421"/>
                    <a:pt x="11070" y="2890"/>
                  </a:cubicBezTo>
                  <a:cubicBezTo>
                    <a:pt x="11641" y="2090"/>
                    <a:pt x="12643" y="1132"/>
                    <a:pt x="14195" y="1132"/>
                  </a:cubicBezTo>
                  <a:cubicBezTo>
                    <a:pt x="14206" y="1132"/>
                    <a:pt x="14216" y="1132"/>
                    <a:pt x="14226" y="1132"/>
                  </a:cubicBezTo>
                  <a:close/>
                  <a:moveTo>
                    <a:pt x="5103" y="0"/>
                  </a:moveTo>
                  <a:cubicBezTo>
                    <a:pt x="3689" y="0"/>
                    <a:pt x="2343" y="612"/>
                    <a:pt x="1411" y="1676"/>
                  </a:cubicBezTo>
                  <a:cubicBezTo>
                    <a:pt x="502" y="2709"/>
                    <a:pt x="1" y="4092"/>
                    <a:pt x="1" y="5568"/>
                  </a:cubicBezTo>
                  <a:cubicBezTo>
                    <a:pt x="1" y="7174"/>
                    <a:pt x="629" y="8672"/>
                    <a:pt x="1976" y="10275"/>
                  </a:cubicBezTo>
                  <a:cubicBezTo>
                    <a:pt x="3180" y="11710"/>
                    <a:pt x="4914" y="13183"/>
                    <a:pt x="6922" y="14895"/>
                  </a:cubicBezTo>
                  <a:cubicBezTo>
                    <a:pt x="7670" y="15532"/>
                    <a:pt x="8443" y="16191"/>
                    <a:pt x="9265" y="16909"/>
                  </a:cubicBezTo>
                  <a:lnTo>
                    <a:pt x="9292" y="16933"/>
                  </a:lnTo>
                  <a:cubicBezTo>
                    <a:pt x="9397" y="17027"/>
                    <a:pt x="9530" y="17074"/>
                    <a:pt x="9664" y="17074"/>
                  </a:cubicBezTo>
                  <a:cubicBezTo>
                    <a:pt x="9797" y="17074"/>
                    <a:pt x="9930" y="17027"/>
                    <a:pt x="10038" y="16933"/>
                  </a:cubicBezTo>
                  <a:lnTo>
                    <a:pt x="10062" y="16909"/>
                  </a:lnTo>
                  <a:cubicBezTo>
                    <a:pt x="10883" y="16191"/>
                    <a:pt x="11659" y="15532"/>
                    <a:pt x="12405" y="14895"/>
                  </a:cubicBezTo>
                  <a:cubicBezTo>
                    <a:pt x="14413" y="13183"/>
                    <a:pt x="16146" y="11707"/>
                    <a:pt x="17351" y="10275"/>
                  </a:cubicBezTo>
                  <a:cubicBezTo>
                    <a:pt x="18697" y="8672"/>
                    <a:pt x="19325" y="7174"/>
                    <a:pt x="19325" y="5568"/>
                  </a:cubicBezTo>
                  <a:cubicBezTo>
                    <a:pt x="19325" y="4092"/>
                    <a:pt x="18824" y="2709"/>
                    <a:pt x="17915" y="1676"/>
                  </a:cubicBezTo>
                  <a:cubicBezTo>
                    <a:pt x="16983" y="612"/>
                    <a:pt x="15637" y="0"/>
                    <a:pt x="14224" y="0"/>
                  </a:cubicBezTo>
                  <a:cubicBezTo>
                    <a:pt x="14213" y="0"/>
                    <a:pt x="14203" y="0"/>
                    <a:pt x="14192" y="0"/>
                  </a:cubicBezTo>
                  <a:cubicBezTo>
                    <a:pt x="12157" y="0"/>
                    <a:pt x="10868" y="1217"/>
                    <a:pt x="10143" y="2238"/>
                  </a:cubicBezTo>
                  <a:cubicBezTo>
                    <a:pt x="9968" y="2485"/>
                    <a:pt x="9808" y="2748"/>
                    <a:pt x="9663" y="3017"/>
                  </a:cubicBezTo>
                  <a:cubicBezTo>
                    <a:pt x="9518" y="2748"/>
                    <a:pt x="9358" y="2485"/>
                    <a:pt x="9183" y="2238"/>
                  </a:cubicBezTo>
                  <a:cubicBezTo>
                    <a:pt x="8458" y="1217"/>
                    <a:pt x="7169" y="0"/>
                    <a:pt x="5134" y="0"/>
                  </a:cubicBezTo>
                  <a:cubicBezTo>
                    <a:pt x="5124" y="0"/>
                    <a:pt x="5113" y="0"/>
                    <a:pt x="51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94" name="Google Shape;194;p16"/>
          <p:cNvSpPr/>
          <p:nvPr/>
        </p:nvSpPr>
        <p:spPr>
          <a:xfrm>
            <a:off x="3661308" y="4048478"/>
            <a:ext cx="453581" cy="400727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30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LEARNING OBJECTIVES &amp; GOALS:</a:t>
            </a:r>
            <a:endParaRPr sz="30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00" name="Google Shape;200;p17"/>
          <p:cNvGrpSpPr/>
          <p:nvPr/>
        </p:nvGrpSpPr>
        <p:grpSpPr>
          <a:xfrm>
            <a:off x="609715" y="1377608"/>
            <a:ext cx="10972688" cy="2743944"/>
            <a:chOff x="457286" y="1033206"/>
            <a:chExt cx="8229516" cy="2057958"/>
          </a:xfrm>
        </p:grpSpPr>
        <p:sp>
          <p:nvSpPr>
            <p:cNvPr id="201" name="Google Shape;201;p17"/>
            <p:cNvSpPr/>
            <p:nvPr/>
          </p:nvSpPr>
          <p:spPr>
            <a:xfrm>
              <a:off x="5086200" y="1033464"/>
              <a:ext cx="2057100" cy="2057700"/>
            </a:xfrm>
            <a:prstGeom prst="blockArc">
              <a:avLst>
                <a:gd fmla="val 10800000" name="adj1"/>
                <a:gd fmla="val 0" name="adj2"/>
                <a:gd fmla="val 25000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 rot="10800000">
              <a:off x="6629702" y="1033206"/>
              <a:ext cx="2057100" cy="2057700"/>
            </a:xfrm>
            <a:prstGeom prst="blockArc">
              <a:avLst>
                <a:gd fmla="val 10800000" name="adj1"/>
                <a:gd fmla="val 0" name="adj2"/>
                <a:gd fmla="val 25000" name="adj3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 rot="10800000">
              <a:off x="457286" y="1033206"/>
              <a:ext cx="2057100" cy="2057700"/>
            </a:xfrm>
            <a:prstGeom prst="blockArc">
              <a:avLst>
                <a:gd fmla="val 10800000" name="adj1"/>
                <a:gd fmla="val 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 rot="10800000">
              <a:off x="3543485" y="1033206"/>
              <a:ext cx="2057100" cy="2057700"/>
            </a:xfrm>
            <a:prstGeom prst="blockArc">
              <a:avLst>
                <a:gd fmla="val 10800000" name="adj1"/>
                <a:gd fmla="val 0" name="adj2"/>
                <a:gd fmla="val 25000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999983" y="1033464"/>
              <a:ext cx="2057100" cy="2057700"/>
            </a:xfrm>
            <a:prstGeom prst="blockArc">
              <a:avLst>
                <a:gd fmla="val 10800000" name="adj1"/>
                <a:gd fmla="val 0" name="adj2"/>
                <a:gd fmla="val 25000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11047286" y="2051362"/>
            <a:ext cx="398661" cy="453605"/>
            <a:chOff x="1516475" y="238075"/>
            <a:chExt cx="424650" cy="483175"/>
          </a:xfrm>
        </p:grpSpPr>
        <p:sp>
          <p:nvSpPr>
            <p:cNvPr id="207" name="Google Shape;207;p17"/>
            <p:cNvSpPr/>
            <p:nvPr/>
          </p:nvSpPr>
          <p:spPr>
            <a:xfrm>
              <a:off x="1516475" y="238075"/>
              <a:ext cx="424650" cy="483175"/>
            </a:xfrm>
            <a:custGeom>
              <a:rect b="b" l="l" r="r" t="t"/>
              <a:pathLst>
                <a:path extrusionOk="0" h="19327" w="16986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1652425" y="324000"/>
              <a:ext cx="147150" cy="141575"/>
            </a:xfrm>
            <a:custGeom>
              <a:rect b="b" l="l" r="r" t="t"/>
              <a:pathLst>
                <a:path extrusionOk="0" h="5663" w="5886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09" name="Google Shape;209;p17"/>
          <p:cNvSpPr/>
          <p:nvPr/>
        </p:nvSpPr>
        <p:spPr>
          <a:xfrm>
            <a:off x="894118" y="2051375"/>
            <a:ext cx="400351" cy="453581"/>
          </a:xfrm>
          <a:custGeom>
            <a:rect b="b" l="l" r="r" t="t"/>
            <a:pathLst>
              <a:path extrusionOk="0" h="19326" w="17058">
                <a:moveTo>
                  <a:pt x="15013" y="2021"/>
                </a:moveTo>
                <a:lnTo>
                  <a:pt x="11577" y="5741"/>
                </a:lnTo>
                <a:cubicBezTo>
                  <a:pt x="11378" y="5958"/>
                  <a:pt x="11378" y="6290"/>
                  <a:pt x="11577" y="6507"/>
                </a:cubicBezTo>
                <a:lnTo>
                  <a:pt x="15013" y="10230"/>
                </a:lnTo>
                <a:lnTo>
                  <a:pt x="3195" y="10230"/>
                </a:lnTo>
                <a:lnTo>
                  <a:pt x="3195" y="2021"/>
                </a:lnTo>
                <a:close/>
                <a:moveTo>
                  <a:pt x="1716" y="1133"/>
                </a:moveTo>
                <a:cubicBezTo>
                  <a:pt x="1906" y="1136"/>
                  <a:pt x="2060" y="1290"/>
                  <a:pt x="2063" y="1480"/>
                </a:cubicBezTo>
                <a:lnTo>
                  <a:pt x="2063" y="17846"/>
                </a:lnTo>
                <a:cubicBezTo>
                  <a:pt x="2060" y="18036"/>
                  <a:pt x="1906" y="18190"/>
                  <a:pt x="1716" y="18193"/>
                </a:cubicBezTo>
                <a:lnTo>
                  <a:pt x="1483" y="18193"/>
                </a:lnTo>
                <a:cubicBezTo>
                  <a:pt x="1290" y="18190"/>
                  <a:pt x="1136" y="18036"/>
                  <a:pt x="1133" y="17846"/>
                </a:cubicBezTo>
                <a:lnTo>
                  <a:pt x="1133" y="1480"/>
                </a:lnTo>
                <a:cubicBezTo>
                  <a:pt x="1136" y="1290"/>
                  <a:pt x="1290" y="1136"/>
                  <a:pt x="1483" y="1133"/>
                </a:cubicBezTo>
                <a:close/>
                <a:moveTo>
                  <a:pt x="1483" y="1"/>
                </a:moveTo>
                <a:cubicBezTo>
                  <a:pt x="665" y="1"/>
                  <a:pt x="4" y="665"/>
                  <a:pt x="1" y="1480"/>
                </a:cubicBezTo>
                <a:lnTo>
                  <a:pt x="1" y="17846"/>
                </a:lnTo>
                <a:cubicBezTo>
                  <a:pt x="4" y="18661"/>
                  <a:pt x="665" y="19325"/>
                  <a:pt x="1483" y="19325"/>
                </a:cubicBezTo>
                <a:lnTo>
                  <a:pt x="1716" y="19325"/>
                </a:lnTo>
                <a:cubicBezTo>
                  <a:pt x="2531" y="19325"/>
                  <a:pt x="3195" y="18661"/>
                  <a:pt x="3195" y="17846"/>
                </a:cubicBezTo>
                <a:lnTo>
                  <a:pt x="3195" y="11363"/>
                </a:lnTo>
                <a:lnTo>
                  <a:pt x="16306" y="11363"/>
                </a:lnTo>
                <a:cubicBezTo>
                  <a:pt x="16801" y="11360"/>
                  <a:pt x="17058" y="10774"/>
                  <a:pt x="16722" y="10412"/>
                </a:cubicBezTo>
                <a:lnTo>
                  <a:pt x="12764" y="6124"/>
                </a:lnTo>
                <a:lnTo>
                  <a:pt x="16722" y="1836"/>
                </a:lnTo>
                <a:cubicBezTo>
                  <a:pt x="16873" y="1673"/>
                  <a:pt x="16916" y="1432"/>
                  <a:pt x="16825" y="1226"/>
                </a:cubicBezTo>
                <a:cubicBezTo>
                  <a:pt x="16734" y="1021"/>
                  <a:pt x="16532" y="885"/>
                  <a:pt x="16306" y="885"/>
                </a:cubicBezTo>
                <a:lnTo>
                  <a:pt x="3071" y="885"/>
                </a:lnTo>
                <a:cubicBezTo>
                  <a:pt x="2833" y="348"/>
                  <a:pt x="2302" y="1"/>
                  <a:pt x="17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10" name="Google Shape;210;p17"/>
          <p:cNvGrpSpPr/>
          <p:nvPr/>
        </p:nvGrpSpPr>
        <p:grpSpPr>
          <a:xfrm>
            <a:off x="609600" y="4779567"/>
            <a:ext cx="1891200" cy="1529867"/>
            <a:chOff x="457200" y="3584675"/>
            <a:chExt cx="1418400" cy="1147400"/>
          </a:xfrm>
        </p:grpSpPr>
        <p:sp>
          <p:nvSpPr>
            <p:cNvPr id="211" name="Google Shape;211;p17"/>
            <p:cNvSpPr txBox="1"/>
            <p:nvPr/>
          </p:nvSpPr>
          <p:spPr>
            <a:xfrm>
              <a:off x="457200" y="4012075"/>
              <a:ext cx="14184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844300" y="3584675"/>
              <a:ext cx="85800" cy="858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2880000" y="4779567"/>
            <a:ext cx="1891200" cy="1529867"/>
            <a:chOff x="2160000" y="3584675"/>
            <a:chExt cx="1418400" cy="1147400"/>
          </a:xfrm>
        </p:grpSpPr>
        <p:sp>
          <p:nvSpPr>
            <p:cNvPr id="214" name="Google Shape;214;p17"/>
            <p:cNvSpPr txBox="1"/>
            <p:nvPr/>
          </p:nvSpPr>
          <p:spPr>
            <a:xfrm>
              <a:off x="2160000" y="4012075"/>
              <a:ext cx="14184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2547100" y="3584675"/>
              <a:ext cx="85800" cy="858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16" name="Google Shape;216;p17"/>
          <p:cNvSpPr/>
          <p:nvPr/>
        </p:nvSpPr>
        <p:spPr>
          <a:xfrm>
            <a:off x="1550500" y="2318967"/>
            <a:ext cx="861200" cy="86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3607967" y="2318967"/>
            <a:ext cx="861200" cy="86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5664917" y="2318967"/>
            <a:ext cx="861200" cy="861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7722900" y="2318967"/>
            <a:ext cx="861200" cy="86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9779867" y="2318967"/>
            <a:ext cx="861200" cy="86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1" name="Google Shape;221;p17"/>
          <p:cNvCxnSpPr>
            <a:stCxn id="212" idx="0"/>
            <a:endCxn id="216" idx="4"/>
          </p:cNvCxnSpPr>
          <p:nvPr/>
        </p:nvCxnSpPr>
        <p:spPr>
          <a:xfrm rot="-5400000">
            <a:off x="782433" y="3580767"/>
            <a:ext cx="1599300" cy="798300"/>
          </a:xfrm>
          <a:prstGeom prst="bentConnector3">
            <a:avLst>
              <a:gd fmla="val 22228" name="adj1"/>
            </a:avLst>
          </a:prstGeom>
          <a:noFill/>
          <a:ln cap="flat" cmpd="sng" w="9525">
            <a:solidFill>
              <a:srgbClr val="0C0C0C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222" name="Google Shape;222;p17"/>
          <p:cNvCxnSpPr>
            <a:stCxn id="217" idx="4"/>
            <a:endCxn id="215" idx="0"/>
          </p:cNvCxnSpPr>
          <p:nvPr/>
        </p:nvCxnSpPr>
        <p:spPr>
          <a:xfrm rot="5400000">
            <a:off x="2946267" y="3687167"/>
            <a:ext cx="1599300" cy="585300"/>
          </a:xfrm>
          <a:prstGeom prst="bentConnector3">
            <a:avLst>
              <a:gd fmla="val 80485" name="adj1"/>
            </a:avLst>
          </a:prstGeom>
          <a:noFill/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23" name="Google Shape;223;p17"/>
          <p:cNvCxnSpPr>
            <a:stCxn id="218" idx="4"/>
          </p:cNvCxnSpPr>
          <p:nvPr/>
        </p:nvCxnSpPr>
        <p:spPr>
          <a:xfrm rot="5400000">
            <a:off x="5109867" y="3794117"/>
            <a:ext cx="1599600" cy="371700"/>
          </a:xfrm>
          <a:prstGeom prst="bentConnector3">
            <a:avLst>
              <a:gd fmla="val 8150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24" name="Google Shape;224;p17"/>
          <p:cNvCxnSpPr>
            <a:stCxn id="219" idx="4"/>
          </p:cNvCxnSpPr>
          <p:nvPr/>
        </p:nvCxnSpPr>
        <p:spPr>
          <a:xfrm rot="5400000">
            <a:off x="7274050" y="3900317"/>
            <a:ext cx="1599600" cy="159300"/>
          </a:xfrm>
          <a:prstGeom prst="bentConnector3">
            <a:avLst>
              <a:gd fmla="val 80470" name="adj1"/>
            </a:avLst>
          </a:prstGeom>
          <a:noFill/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25" name="Google Shape;225;p17"/>
          <p:cNvCxnSpPr>
            <a:stCxn id="220" idx="4"/>
          </p:cNvCxnSpPr>
          <p:nvPr/>
        </p:nvCxnSpPr>
        <p:spPr>
          <a:xfrm flipH="1" rot="-5400000">
            <a:off x="9411117" y="3979517"/>
            <a:ext cx="1599600" cy="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0C0C0C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226" name="Google Shape;226;p17"/>
          <p:cNvGrpSpPr/>
          <p:nvPr/>
        </p:nvGrpSpPr>
        <p:grpSpPr>
          <a:xfrm>
            <a:off x="10010234" y="2494941"/>
            <a:ext cx="401548" cy="452713"/>
            <a:chOff x="3299850" y="238575"/>
            <a:chExt cx="427725" cy="482225"/>
          </a:xfrm>
        </p:grpSpPr>
        <p:sp>
          <p:nvSpPr>
            <p:cNvPr id="227" name="Google Shape;227;p17"/>
            <p:cNvSpPr/>
            <p:nvPr/>
          </p:nvSpPr>
          <p:spPr>
            <a:xfrm>
              <a:off x="3299850" y="323500"/>
              <a:ext cx="427725" cy="397300"/>
            </a:xfrm>
            <a:custGeom>
              <a:rect b="b" l="l" r="r" t="t"/>
              <a:pathLst>
                <a:path extrusionOk="0" h="15892" w="17109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3467650" y="238575"/>
              <a:ext cx="46525" cy="56650"/>
            </a:xfrm>
            <a:custGeom>
              <a:rect b="b" l="l" r="r" t="t"/>
              <a:pathLst>
                <a:path extrusionOk="0" h="2266" w="1861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3566675" y="238575"/>
              <a:ext cx="46525" cy="56675"/>
            </a:xfrm>
            <a:custGeom>
              <a:rect b="b" l="l" r="r" t="t"/>
              <a:pathLst>
                <a:path extrusionOk="0" h="2267" w="1861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361122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3413075" y="323500"/>
              <a:ext cx="56550" cy="28325"/>
            </a:xfrm>
            <a:custGeom>
              <a:rect b="b" l="l" r="r" t="t"/>
              <a:pathLst>
                <a:path extrusionOk="0" h="1133" w="2262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1752057" y="2550483"/>
            <a:ext cx="458088" cy="398591"/>
            <a:chOff x="889275" y="861850"/>
            <a:chExt cx="487950" cy="424575"/>
          </a:xfrm>
        </p:grpSpPr>
        <p:sp>
          <p:nvSpPr>
            <p:cNvPr id="233" name="Google Shape;233;p17"/>
            <p:cNvSpPr/>
            <p:nvPr/>
          </p:nvSpPr>
          <p:spPr>
            <a:xfrm>
              <a:off x="1319225" y="1031700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1314475" y="946725"/>
              <a:ext cx="62750" cy="56700"/>
            </a:xfrm>
            <a:custGeom>
              <a:rect b="b" l="l" r="r" t="t"/>
              <a:pathLst>
                <a:path extrusionOk="0" h="2268" w="251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1317875" y="1088250"/>
              <a:ext cx="59350" cy="56675"/>
            </a:xfrm>
            <a:custGeom>
              <a:rect b="b" l="l" r="r" t="t"/>
              <a:pathLst>
                <a:path extrusionOk="0" h="2267" w="2374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889275" y="861850"/>
              <a:ext cx="400700" cy="424575"/>
            </a:xfrm>
            <a:custGeom>
              <a:rect b="b" l="l" r="r" t="t"/>
              <a:pathLst>
                <a:path extrusionOk="0" h="16983" w="16028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435D74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37" name="Google Shape;237;p17"/>
          <p:cNvSpPr/>
          <p:nvPr/>
        </p:nvSpPr>
        <p:spPr>
          <a:xfrm>
            <a:off x="5867707" y="2555836"/>
            <a:ext cx="455600" cy="387865"/>
          </a:xfrm>
          <a:custGeom>
            <a:rect b="b" l="l" r="r" t="t"/>
            <a:pathLst>
              <a:path extrusionOk="0" h="16526" w="19412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811786" y="2549406"/>
            <a:ext cx="453581" cy="400727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39" name="Google Shape;239;p17"/>
          <p:cNvGrpSpPr/>
          <p:nvPr/>
        </p:nvGrpSpPr>
        <p:grpSpPr>
          <a:xfrm>
            <a:off x="7910681" y="2522977"/>
            <a:ext cx="482595" cy="453601"/>
            <a:chOff x="-41291625" y="2339025"/>
            <a:chExt cx="336225" cy="316025"/>
          </a:xfrm>
        </p:grpSpPr>
        <p:sp>
          <p:nvSpPr>
            <p:cNvPr id="240" name="Google Shape;240;p17"/>
            <p:cNvSpPr/>
            <p:nvPr/>
          </p:nvSpPr>
          <p:spPr>
            <a:xfrm>
              <a:off x="-41291625" y="2339025"/>
              <a:ext cx="336225" cy="316025"/>
            </a:xfrm>
            <a:custGeom>
              <a:rect b="b" l="l" r="r" t="t"/>
              <a:pathLst>
                <a:path extrusionOk="0" h="12641" w="13449">
                  <a:moveTo>
                    <a:pt x="6644" y="1064"/>
                  </a:moveTo>
                  <a:lnTo>
                    <a:pt x="7810" y="2261"/>
                  </a:lnTo>
                  <a:lnTo>
                    <a:pt x="6644" y="3427"/>
                  </a:lnTo>
                  <a:lnTo>
                    <a:pt x="5447" y="2261"/>
                  </a:lnTo>
                  <a:lnTo>
                    <a:pt x="6644" y="1064"/>
                  </a:lnTo>
                  <a:close/>
                  <a:moveTo>
                    <a:pt x="11307" y="5727"/>
                  </a:moveTo>
                  <a:lnTo>
                    <a:pt x="12504" y="6893"/>
                  </a:lnTo>
                  <a:lnTo>
                    <a:pt x="11307" y="8090"/>
                  </a:lnTo>
                  <a:lnTo>
                    <a:pt x="10141" y="6893"/>
                  </a:lnTo>
                  <a:lnTo>
                    <a:pt x="11307" y="5727"/>
                  </a:lnTo>
                  <a:close/>
                  <a:moveTo>
                    <a:pt x="4848" y="2829"/>
                  </a:moveTo>
                  <a:lnTo>
                    <a:pt x="6045" y="4026"/>
                  </a:lnTo>
                  <a:cubicBezTo>
                    <a:pt x="3872" y="6200"/>
                    <a:pt x="3935" y="6105"/>
                    <a:pt x="3809" y="6294"/>
                  </a:cubicBezTo>
                  <a:cubicBezTo>
                    <a:pt x="2769" y="7712"/>
                    <a:pt x="3494" y="9728"/>
                    <a:pt x="5226" y="10169"/>
                  </a:cubicBezTo>
                  <a:cubicBezTo>
                    <a:pt x="5463" y="10232"/>
                    <a:pt x="5675" y="10248"/>
                    <a:pt x="5825" y="10248"/>
                  </a:cubicBezTo>
                  <a:cubicBezTo>
                    <a:pt x="5975" y="10248"/>
                    <a:pt x="6061" y="10232"/>
                    <a:pt x="6045" y="10232"/>
                  </a:cubicBezTo>
                  <a:cubicBezTo>
                    <a:pt x="6045" y="10232"/>
                    <a:pt x="6108" y="10232"/>
                    <a:pt x="6234" y="10201"/>
                  </a:cubicBezTo>
                  <a:cubicBezTo>
                    <a:pt x="6739" y="10138"/>
                    <a:pt x="7180" y="9886"/>
                    <a:pt x="7526" y="9539"/>
                  </a:cubicBezTo>
                  <a:lnTo>
                    <a:pt x="9542" y="7523"/>
                  </a:lnTo>
                  <a:lnTo>
                    <a:pt x="10740" y="8720"/>
                  </a:lnTo>
                  <a:cubicBezTo>
                    <a:pt x="8566" y="10831"/>
                    <a:pt x="8629" y="10768"/>
                    <a:pt x="8440" y="10925"/>
                  </a:cubicBezTo>
                  <a:cubicBezTo>
                    <a:pt x="7699" y="11547"/>
                    <a:pt x="6741" y="11878"/>
                    <a:pt x="5785" y="11878"/>
                  </a:cubicBezTo>
                  <a:cubicBezTo>
                    <a:pt x="5480" y="11878"/>
                    <a:pt x="5176" y="11844"/>
                    <a:pt x="4880" y="11776"/>
                  </a:cubicBezTo>
                  <a:cubicBezTo>
                    <a:pt x="2769" y="11303"/>
                    <a:pt x="1257" y="9192"/>
                    <a:pt x="1729" y="6924"/>
                  </a:cubicBezTo>
                  <a:cubicBezTo>
                    <a:pt x="1887" y="6231"/>
                    <a:pt x="2202" y="5506"/>
                    <a:pt x="2769" y="4939"/>
                  </a:cubicBezTo>
                  <a:lnTo>
                    <a:pt x="4848" y="2829"/>
                  </a:lnTo>
                  <a:close/>
                  <a:moveTo>
                    <a:pt x="6565" y="1"/>
                  </a:moveTo>
                  <a:cubicBezTo>
                    <a:pt x="6455" y="1"/>
                    <a:pt x="6345" y="40"/>
                    <a:pt x="6266" y="119"/>
                  </a:cubicBezTo>
                  <a:lnTo>
                    <a:pt x="2202" y="4183"/>
                  </a:lnTo>
                  <a:cubicBezTo>
                    <a:pt x="1635" y="4782"/>
                    <a:pt x="1194" y="5538"/>
                    <a:pt x="942" y="6263"/>
                  </a:cubicBezTo>
                  <a:cubicBezTo>
                    <a:pt x="0" y="9451"/>
                    <a:pt x="2425" y="12640"/>
                    <a:pt x="5705" y="12640"/>
                  </a:cubicBezTo>
                  <a:cubicBezTo>
                    <a:pt x="5828" y="12640"/>
                    <a:pt x="5952" y="12636"/>
                    <a:pt x="6077" y="12627"/>
                  </a:cubicBezTo>
                  <a:cubicBezTo>
                    <a:pt x="6077" y="12627"/>
                    <a:pt x="6203" y="12627"/>
                    <a:pt x="6266" y="12564"/>
                  </a:cubicBezTo>
                  <a:cubicBezTo>
                    <a:pt x="7243" y="12469"/>
                    <a:pt x="8188" y="12059"/>
                    <a:pt x="8975" y="11366"/>
                  </a:cubicBezTo>
                  <a:cubicBezTo>
                    <a:pt x="9133" y="11240"/>
                    <a:pt x="8786" y="11555"/>
                    <a:pt x="13229" y="7113"/>
                  </a:cubicBezTo>
                  <a:cubicBezTo>
                    <a:pt x="13323" y="7019"/>
                    <a:pt x="13355" y="6893"/>
                    <a:pt x="13355" y="6830"/>
                  </a:cubicBezTo>
                  <a:cubicBezTo>
                    <a:pt x="13355" y="6735"/>
                    <a:pt x="13449" y="6704"/>
                    <a:pt x="13355" y="6641"/>
                  </a:cubicBezTo>
                  <a:lnTo>
                    <a:pt x="11590" y="4845"/>
                  </a:lnTo>
                  <a:cubicBezTo>
                    <a:pt x="11512" y="4766"/>
                    <a:pt x="11401" y="4727"/>
                    <a:pt x="11291" y="4727"/>
                  </a:cubicBezTo>
                  <a:cubicBezTo>
                    <a:pt x="11181" y="4727"/>
                    <a:pt x="11070" y="4766"/>
                    <a:pt x="10992" y="4845"/>
                  </a:cubicBezTo>
                  <a:lnTo>
                    <a:pt x="6928" y="8909"/>
                  </a:lnTo>
                  <a:cubicBezTo>
                    <a:pt x="6588" y="9236"/>
                    <a:pt x="6159" y="9392"/>
                    <a:pt x="5737" y="9392"/>
                  </a:cubicBezTo>
                  <a:cubicBezTo>
                    <a:pt x="5102" y="9392"/>
                    <a:pt x="4483" y="9036"/>
                    <a:pt x="4218" y="8373"/>
                  </a:cubicBezTo>
                  <a:cubicBezTo>
                    <a:pt x="3998" y="7743"/>
                    <a:pt x="4092" y="7019"/>
                    <a:pt x="4565" y="6546"/>
                  </a:cubicBezTo>
                  <a:lnTo>
                    <a:pt x="8629" y="2482"/>
                  </a:lnTo>
                  <a:cubicBezTo>
                    <a:pt x="8786" y="2324"/>
                    <a:pt x="8786" y="2072"/>
                    <a:pt x="8629" y="1883"/>
                  </a:cubicBezTo>
                  <a:lnTo>
                    <a:pt x="6865" y="119"/>
                  </a:lnTo>
                  <a:cubicBezTo>
                    <a:pt x="6786" y="40"/>
                    <a:pt x="6676" y="1"/>
                    <a:pt x="65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-41234225" y="26208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42" name="Google Shape;242;p17"/>
          <p:cNvSpPr txBox="1"/>
          <p:nvPr/>
        </p:nvSpPr>
        <p:spPr>
          <a:xfrm>
            <a:off x="416851" y="4955468"/>
            <a:ext cx="2166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Build UI’s using React JS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2849950" y="5004075"/>
            <a:ext cx="192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 Management using Mobx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5037319" y="5038437"/>
            <a:ext cx="175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on API integrations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7240694" y="5073043"/>
            <a:ext cx="175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API testing</a:t>
            </a:r>
            <a:b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(postman)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9324122" y="5012300"/>
            <a:ext cx="216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Version Control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 Like Git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Build UI’s using React JS</a:t>
            </a:r>
            <a:endParaRPr sz="3000">
              <a:solidFill>
                <a:schemeClr val="accent4"/>
              </a:solidFill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424750" y="1898200"/>
            <a:ext cx="6555300" cy="4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Develop reusable components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Manage component state - using hooks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Passing props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Use CSS frameworks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Incorporate third party libraries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Implement responsive design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54" name="Google Shape;2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9650" y="2038717"/>
            <a:ext cx="4907152" cy="327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Using Version Control System Like Git </a:t>
            </a:r>
            <a:endParaRPr sz="4000">
              <a:solidFill>
                <a:schemeClr val="accent4"/>
              </a:solidFill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424750" y="1976275"/>
            <a:ext cx="6555300" cy="4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Initialize a git repository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Track changes with git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collaborate using git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○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push changes to a remote repo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○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pull updates from a remote repo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 merge conflicts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Branching and Merging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2" name="Google Shape;262;p19"/>
          <p:cNvPicPr preferRelativeResize="0"/>
          <p:nvPr/>
        </p:nvPicPr>
        <p:blipFill rotWithShape="1">
          <a:blip r:embed="rId3">
            <a:alphaModFix/>
          </a:blip>
          <a:srcRect b="10517" l="0" r="43201" t="16088"/>
          <a:stretch/>
        </p:blipFill>
        <p:spPr>
          <a:xfrm>
            <a:off x="6757700" y="2241725"/>
            <a:ext cx="4676599" cy="32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3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State Management using Mobx</a:t>
            </a:r>
            <a:endParaRPr sz="5333">
              <a:solidFill>
                <a:schemeClr val="accent4"/>
              </a:solidFill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24750" y="3584600"/>
            <a:ext cx="62103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Create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observable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state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actions to modify state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Derive states in react components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Organize and structure Mobx stores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0" name="Google Shape;2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050" y="1818017"/>
            <a:ext cx="4907150" cy="237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8650" y="1412604"/>
            <a:ext cx="3942496" cy="211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Working on API integrations</a:t>
            </a:r>
            <a:endParaRPr sz="3000"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15600" y="1871025"/>
            <a:ext cx="6918600" cy="3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Make GET requests (fetch data from an API and display it in the react components)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POST,PUT requests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postman for testing API endpoints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6525" y="1128054"/>
            <a:ext cx="3585662" cy="5196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30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 sz="30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7777660" y="3462715"/>
            <a:ext cx="453581" cy="397611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5D7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6" name="Google Shape;2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405625"/>
            <a:ext cx="4027826" cy="365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2200" y="2508412"/>
            <a:ext cx="5893474" cy="34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title="File:Flecha tesela.svg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488" y="4241597"/>
            <a:ext cx="1254625" cy="39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661950" y="1172030"/>
            <a:ext cx="10868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The financial advisory firm’s relied on Excel sheets for financial assessments led to inefficiencies, a cumbersome user interface, and data inconsistencies due to the need for duplicating sheets for each user.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609601" y="6242100"/>
            <a:ext cx="4171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a)  Data Management using Excel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6632650" y="6154200"/>
            <a:ext cx="47526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b)  Data Management using Software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3000">
                <a:solidFill>
                  <a:schemeClr val="accent1"/>
                </a:solidFill>
              </a:rPr>
              <a:t>FUNCTIONALITIES IMPLEMENTED</a:t>
            </a:r>
            <a:endParaRPr sz="3000">
              <a:solidFill>
                <a:schemeClr val="accent1"/>
              </a:solidFill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609600" y="1402650"/>
            <a:ext cx="5094000" cy="4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</a:rPr>
              <a:t>Func 1:</a:t>
            </a:r>
            <a:r>
              <a:rPr lang="en-US" sz="2400">
                <a:solidFill>
                  <a:schemeClr val="accent4"/>
                </a:solidFill>
                <a:highlight>
                  <a:schemeClr val="lt1"/>
                </a:highlight>
              </a:rPr>
              <a:t> Goals selection page</a:t>
            </a:r>
            <a:endParaRPr sz="2400">
              <a:solidFill>
                <a:schemeClr val="accent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Developed a mechanism to show respective goal input fields if the goal is selected.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Implemented functionality to manage and adjust goal priorities using interactive arrows.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To delete the selected goal.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8" name="Google Shape;2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475" y="1780263"/>
            <a:ext cx="6026423" cy="32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6900638" y="5383325"/>
            <a:ext cx="3962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a) Goals Selection page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Func 2: </a:t>
            </a:r>
            <a:r>
              <a:rPr lang="en-US" sz="24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Dynamic </a:t>
            </a:r>
            <a:r>
              <a:rPr lang="en-US" sz="24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addition</a:t>
            </a:r>
            <a:r>
              <a:rPr lang="en-US" sz="24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 of other fields by user</a:t>
            </a:r>
            <a:endParaRPr sz="2400"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5" name="Google Shape;305;p24"/>
          <p:cNvPicPr preferRelativeResize="0"/>
          <p:nvPr/>
        </p:nvPicPr>
        <p:blipFill rotWithShape="1">
          <a:blip r:embed="rId3">
            <a:alphaModFix/>
          </a:blip>
          <a:srcRect b="0" l="0" r="27188" t="0"/>
          <a:stretch/>
        </p:blipFill>
        <p:spPr>
          <a:xfrm>
            <a:off x="1437839" y="2021325"/>
            <a:ext cx="4673385" cy="23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75" y="2765745"/>
            <a:ext cx="2100029" cy="657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24"/>
          <p:cNvCxnSpPr>
            <a:stCxn id="306" idx="3"/>
          </p:cNvCxnSpPr>
          <p:nvPr/>
        </p:nvCxnSpPr>
        <p:spPr>
          <a:xfrm>
            <a:off x="2818404" y="3094371"/>
            <a:ext cx="846900" cy="55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8" name="Google Shape;30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4575" y="2574175"/>
            <a:ext cx="5146800" cy="15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1688425" y="4633800"/>
            <a:ext cx="3962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a) dialog box for add more button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7515000" y="4364375"/>
            <a:ext cx="2953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b) action to update state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Func 3: </a:t>
            </a:r>
            <a:r>
              <a:rPr lang="en-US" sz="24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Generation of Pie-charts based on user inputs</a:t>
            </a:r>
            <a:endParaRPr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6" name="Google Shape;3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050" y="1467500"/>
            <a:ext cx="4953774" cy="24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1025" y="1348725"/>
            <a:ext cx="4264849" cy="273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075" y="4918000"/>
            <a:ext cx="5445975" cy="10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1280375" y="4080950"/>
            <a:ext cx="3303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a) inputs </a:t>
            </a:r>
            <a:r>
              <a:rPr lang="en-US" sz="1800">
                <a:solidFill>
                  <a:schemeClr val="dk1"/>
                </a:solidFill>
              </a:rPr>
              <a:t>fields</a:t>
            </a:r>
            <a:r>
              <a:rPr lang="en-US" sz="1800">
                <a:solidFill>
                  <a:schemeClr val="dk1"/>
                </a:solidFill>
              </a:rPr>
              <a:t> of expenses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6335000" y="4141200"/>
            <a:ext cx="4436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b) pictorial representation of expenses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3548026" y="6189075"/>
            <a:ext cx="4643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fig c) code used to develop this functionality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609600" y="56178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Func 4: </a:t>
            </a:r>
            <a:r>
              <a:rPr lang="en-US" sz="240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Other functionalities</a:t>
            </a:r>
            <a:endParaRPr sz="2400">
              <a:solidFill>
                <a:schemeClr val="accent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7" name="Google Shape;3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825" y="1523450"/>
            <a:ext cx="5708552" cy="33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785050" y="1742050"/>
            <a:ext cx="49812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●"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Progress bar which helps to track the step the user is filling</a:t>
            </a:r>
            <a:b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●"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Storing the input fields data to local storage</a:t>
            </a:r>
            <a:b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●"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Reset form functionality which clears all inputs filled by the user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9" name="Google Shape;32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6950" y="5105700"/>
            <a:ext cx="2694400" cy="111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26"/>
          <p:cNvCxnSpPr>
            <a:endCxn id="329" idx="0"/>
          </p:cNvCxnSpPr>
          <p:nvPr/>
        </p:nvCxnSpPr>
        <p:spPr>
          <a:xfrm rot="5400000">
            <a:off x="9137750" y="2746800"/>
            <a:ext cx="2895300" cy="1822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6"/>
          <p:cNvSpPr txBox="1"/>
          <p:nvPr/>
        </p:nvSpPr>
        <p:spPr>
          <a:xfrm>
            <a:off x="9513675" y="4677625"/>
            <a:ext cx="5619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v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7699250" y="6417325"/>
            <a:ext cx="2435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fig a) Forms UI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/>
          <p:nvPr/>
        </p:nvSpPr>
        <p:spPr>
          <a:xfrm>
            <a:off x="5104200" y="1794367"/>
            <a:ext cx="6478400" cy="4356400"/>
          </a:xfrm>
          <a:prstGeom prst="roundRect">
            <a:avLst>
              <a:gd fmla="val 3207" name="adj"/>
            </a:avLst>
          </a:prstGeom>
          <a:solidFill>
            <a:srgbClr val="85C265">
              <a:alpha val="12156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27"/>
          <p:cNvSpPr txBox="1"/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0000"/>
              </a:buClr>
              <a:buSzPts val="4000"/>
              <a:buFont typeface="Arial"/>
              <a:buNone/>
            </a:pPr>
            <a:r>
              <a:rPr lang="en-US" sz="30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STEPS, CHALLENGES &amp; SOLUTIONS</a:t>
            </a:r>
            <a:endParaRPr sz="30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39" name="Google Shape;339;p27"/>
          <p:cNvGrpSpPr/>
          <p:nvPr/>
        </p:nvGrpSpPr>
        <p:grpSpPr>
          <a:xfrm>
            <a:off x="379195" y="1610687"/>
            <a:ext cx="4723181" cy="4901999"/>
            <a:chOff x="342100" y="1052875"/>
            <a:chExt cx="3657600" cy="3796075"/>
          </a:xfrm>
        </p:grpSpPr>
        <p:sp>
          <p:nvSpPr>
            <p:cNvPr id="340" name="Google Shape;340;p27"/>
            <p:cNvSpPr/>
            <p:nvPr/>
          </p:nvSpPr>
          <p:spPr>
            <a:xfrm>
              <a:off x="342100" y="4538750"/>
              <a:ext cx="3657600" cy="310200"/>
            </a:xfrm>
            <a:prstGeom prst="ellipse">
              <a:avLst/>
            </a:prstGeom>
            <a:solidFill>
              <a:srgbClr val="666666">
                <a:alpha val="12156"/>
              </a:srgb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457200" y="4443633"/>
              <a:ext cx="438957" cy="199344"/>
            </a:xfrm>
            <a:custGeom>
              <a:rect b="b" l="l" r="r" t="t"/>
              <a:pathLst>
                <a:path extrusionOk="0" h="5886" w="12961">
                  <a:moveTo>
                    <a:pt x="9593" y="1"/>
                  </a:moveTo>
                  <a:lnTo>
                    <a:pt x="9423" y="12"/>
                  </a:lnTo>
                  <a:lnTo>
                    <a:pt x="9253" y="35"/>
                  </a:lnTo>
                  <a:lnTo>
                    <a:pt x="9083" y="58"/>
                  </a:lnTo>
                  <a:lnTo>
                    <a:pt x="8913" y="103"/>
                  </a:lnTo>
                  <a:lnTo>
                    <a:pt x="8584" y="194"/>
                  </a:lnTo>
                  <a:lnTo>
                    <a:pt x="8255" y="307"/>
                  </a:lnTo>
                  <a:lnTo>
                    <a:pt x="7938" y="432"/>
                  </a:lnTo>
                  <a:lnTo>
                    <a:pt x="6917" y="829"/>
                  </a:lnTo>
                  <a:lnTo>
                    <a:pt x="5953" y="1191"/>
                  </a:lnTo>
                  <a:lnTo>
                    <a:pt x="4978" y="1554"/>
                  </a:lnTo>
                  <a:lnTo>
                    <a:pt x="3958" y="1951"/>
                  </a:lnTo>
                  <a:lnTo>
                    <a:pt x="3368" y="1849"/>
                  </a:lnTo>
                  <a:lnTo>
                    <a:pt x="3073" y="1804"/>
                  </a:lnTo>
                  <a:lnTo>
                    <a:pt x="2778" y="1781"/>
                  </a:lnTo>
                  <a:lnTo>
                    <a:pt x="2484" y="1758"/>
                  </a:lnTo>
                  <a:lnTo>
                    <a:pt x="2189" y="1758"/>
                  </a:lnTo>
                  <a:lnTo>
                    <a:pt x="1905" y="1770"/>
                  </a:lnTo>
                  <a:lnTo>
                    <a:pt x="1610" y="1815"/>
                  </a:lnTo>
                  <a:lnTo>
                    <a:pt x="1474" y="1849"/>
                  </a:lnTo>
                  <a:lnTo>
                    <a:pt x="1338" y="1883"/>
                  </a:lnTo>
                  <a:lnTo>
                    <a:pt x="1191" y="1929"/>
                  </a:lnTo>
                  <a:lnTo>
                    <a:pt x="1066" y="1985"/>
                  </a:lnTo>
                  <a:lnTo>
                    <a:pt x="930" y="2042"/>
                  </a:lnTo>
                  <a:lnTo>
                    <a:pt x="805" y="2110"/>
                  </a:lnTo>
                  <a:lnTo>
                    <a:pt x="692" y="2189"/>
                  </a:lnTo>
                  <a:lnTo>
                    <a:pt x="579" y="2269"/>
                  </a:lnTo>
                  <a:lnTo>
                    <a:pt x="477" y="2359"/>
                  </a:lnTo>
                  <a:lnTo>
                    <a:pt x="375" y="2461"/>
                  </a:lnTo>
                  <a:lnTo>
                    <a:pt x="295" y="2563"/>
                  </a:lnTo>
                  <a:lnTo>
                    <a:pt x="216" y="2677"/>
                  </a:lnTo>
                  <a:lnTo>
                    <a:pt x="148" y="2790"/>
                  </a:lnTo>
                  <a:lnTo>
                    <a:pt x="91" y="2915"/>
                  </a:lnTo>
                  <a:lnTo>
                    <a:pt x="46" y="3040"/>
                  </a:lnTo>
                  <a:lnTo>
                    <a:pt x="12" y="3176"/>
                  </a:lnTo>
                  <a:lnTo>
                    <a:pt x="0" y="3278"/>
                  </a:lnTo>
                  <a:lnTo>
                    <a:pt x="0" y="3369"/>
                  </a:lnTo>
                  <a:lnTo>
                    <a:pt x="0" y="3471"/>
                  </a:lnTo>
                  <a:lnTo>
                    <a:pt x="12" y="3573"/>
                  </a:lnTo>
                  <a:lnTo>
                    <a:pt x="23" y="3675"/>
                  </a:lnTo>
                  <a:lnTo>
                    <a:pt x="57" y="3765"/>
                  </a:lnTo>
                  <a:lnTo>
                    <a:pt x="91" y="3856"/>
                  </a:lnTo>
                  <a:lnTo>
                    <a:pt x="136" y="3958"/>
                  </a:lnTo>
                  <a:lnTo>
                    <a:pt x="193" y="4038"/>
                  </a:lnTo>
                  <a:lnTo>
                    <a:pt x="272" y="4117"/>
                  </a:lnTo>
                  <a:lnTo>
                    <a:pt x="352" y="4185"/>
                  </a:lnTo>
                  <a:lnTo>
                    <a:pt x="431" y="4253"/>
                  </a:lnTo>
                  <a:lnTo>
                    <a:pt x="522" y="4298"/>
                  </a:lnTo>
                  <a:lnTo>
                    <a:pt x="624" y="4344"/>
                  </a:lnTo>
                  <a:lnTo>
                    <a:pt x="726" y="4366"/>
                  </a:lnTo>
                  <a:lnTo>
                    <a:pt x="828" y="4378"/>
                  </a:lnTo>
                  <a:lnTo>
                    <a:pt x="919" y="4366"/>
                  </a:lnTo>
                  <a:lnTo>
                    <a:pt x="1009" y="4344"/>
                  </a:lnTo>
                  <a:lnTo>
                    <a:pt x="1078" y="4298"/>
                  </a:lnTo>
                  <a:lnTo>
                    <a:pt x="1134" y="4253"/>
                  </a:lnTo>
                  <a:lnTo>
                    <a:pt x="1248" y="4140"/>
                  </a:lnTo>
                  <a:lnTo>
                    <a:pt x="1316" y="4083"/>
                  </a:lnTo>
                  <a:lnTo>
                    <a:pt x="1395" y="4026"/>
                  </a:lnTo>
                  <a:lnTo>
                    <a:pt x="1452" y="4004"/>
                  </a:lnTo>
                  <a:lnTo>
                    <a:pt x="1531" y="3992"/>
                  </a:lnTo>
                  <a:lnTo>
                    <a:pt x="1622" y="3981"/>
                  </a:lnTo>
                  <a:lnTo>
                    <a:pt x="1724" y="3981"/>
                  </a:lnTo>
                  <a:lnTo>
                    <a:pt x="1951" y="4004"/>
                  </a:lnTo>
                  <a:lnTo>
                    <a:pt x="2200" y="4038"/>
                  </a:lnTo>
                  <a:lnTo>
                    <a:pt x="2642" y="4128"/>
                  </a:lnTo>
                  <a:lnTo>
                    <a:pt x="2835" y="4174"/>
                  </a:lnTo>
                  <a:lnTo>
                    <a:pt x="4026" y="4468"/>
                  </a:lnTo>
                  <a:lnTo>
                    <a:pt x="5091" y="4752"/>
                  </a:lnTo>
                  <a:lnTo>
                    <a:pt x="6067" y="5001"/>
                  </a:lnTo>
                  <a:lnTo>
                    <a:pt x="6532" y="5115"/>
                  </a:lnTo>
                  <a:lnTo>
                    <a:pt x="6996" y="5217"/>
                  </a:lnTo>
                  <a:lnTo>
                    <a:pt x="7461" y="5319"/>
                  </a:lnTo>
                  <a:lnTo>
                    <a:pt x="7926" y="5398"/>
                  </a:lnTo>
                  <a:lnTo>
                    <a:pt x="8402" y="5478"/>
                  </a:lnTo>
                  <a:lnTo>
                    <a:pt x="8890" y="5557"/>
                  </a:lnTo>
                  <a:lnTo>
                    <a:pt x="9400" y="5614"/>
                  </a:lnTo>
                  <a:lnTo>
                    <a:pt x="9945" y="5659"/>
                  </a:lnTo>
                  <a:lnTo>
                    <a:pt x="10511" y="5704"/>
                  </a:lnTo>
                  <a:lnTo>
                    <a:pt x="11124" y="5738"/>
                  </a:lnTo>
                  <a:lnTo>
                    <a:pt x="12654" y="5886"/>
                  </a:lnTo>
                  <a:lnTo>
                    <a:pt x="12961" y="2711"/>
                  </a:lnTo>
                  <a:lnTo>
                    <a:pt x="12677" y="2688"/>
                  </a:lnTo>
                  <a:lnTo>
                    <a:pt x="12473" y="2654"/>
                  </a:lnTo>
                  <a:lnTo>
                    <a:pt x="12337" y="2609"/>
                  </a:lnTo>
                  <a:lnTo>
                    <a:pt x="12280" y="2586"/>
                  </a:lnTo>
                  <a:lnTo>
                    <a:pt x="12235" y="2563"/>
                  </a:lnTo>
                  <a:lnTo>
                    <a:pt x="12201" y="2529"/>
                  </a:lnTo>
                  <a:lnTo>
                    <a:pt x="12178" y="2507"/>
                  </a:lnTo>
                  <a:lnTo>
                    <a:pt x="12133" y="2427"/>
                  </a:lnTo>
                  <a:lnTo>
                    <a:pt x="12065" y="2257"/>
                  </a:lnTo>
                  <a:lnTo>
                    <a:pt x="11793" y="1668"/>
                  </a:lnTo>
                  <a:lnTo>
                    <a:pt x="11645" y="1373"/>
                  </a:lnTo>
                  <a:lnTo>
                    <a:pt x="11475" y="1089"/>
                  </a:lnTo>
                  <a:lnTo>
                    <a:pt x="11396" y="953"/>
                  </a:lnTo>
                  <a:lnTo>
                    <a:pt x="11294" y="829"/>
                  </a:lnTo>
                  <a:lnTo>
                    <a:pt x="11192" y="704"/>
                  </a:lnTo>
                  <a:lnTo>
                    <a:pt x="11090" y="591"/>
                  </a:lnTo>
                  <a:lnTo>
                    <a:pt x="10976" y="477"/>
                  </a:lnTo>
                  <a:lnTo>
                    <a:pt x="10852" y="375"/>
                  </a:lnTo>
                  <a:lnTo>
                    <a:pt x="10716" y="284"/>
                  </a:lnTo>
                  <a:lnTo>
                    <a:pt x="10579" y="205"/>
                  </a:lnTo>
                  <a:lnTo>
                    <a:pt x="10421" y="137"/>
                  </a:lnTo>
                  <a:lnTo>
                    <a:pt x="10251" y="80"/>
                  </a:lnTo>
                  <a:lnTo>
                    <a:pt x="10092" y="35"/>
                  </a:lnTo>
                  <a:lnTo>
                    <a:pt x="9922" y="12"/>
                  </a:lnTo>
                  <a:lnTo>
                    <a:pt x="9752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1089658" y="2007879"/>
              <a:ext cx="920519" cy="896710"/>
            </a:xfrm>
            <a:custGeom>
              <a:rect b="b" l="l" r="r" t="t"/>
              <a:pathLst>
                <a:path extrusionOk="0" h="26477" w="27180">
                  <a:moveTo>
                    <a:pt x="17088" y="1"/>
                  </a:moveTo>
                  <a:lnTo>
                    <a:pt x="16805" y="12"/>
                  </a:lnTo>
                  <a:lnTo>
                    <a:pt x="16521" y="23"/>
                  </a:lnTo>
                  <a:lnTo>
                    <a:pt x="11078" y="364"/>
                  </a:lnTo>
                  <a:lnTo>
                    <a:pt x="10557" y="1996"/>
                  </a:lnTo>
                  <a:lnTo>
                    <a:pt x="10398" y="2291"/>
                  </a:lnTo>
                  <a:lnTo>
                    <a:pt x="10217" y="2563"/>
                  </a:lnTo>
                  <a:lnTo>
                    <a:pt x="10013" y="2813"/>
                  </a:lnTo>
                  <a:lnTo>
                    <a:pt x="9797" y="3062"/>
                  </a:lnTo>
                  <a:lnTo>
                    <a:pt x="9570" y="3300"/>
                  </a:lnTo>
                  <a:lnTo>
                    <a:pt x="9321" y="3516"/>
                  </a:lnTo>
                  <a:lnTo>
                    <a:pt x="9071" y="3720"/>
                  </a:lnTo>
                  <a:lnTo>
                    <a:pt x="8799" y="3924"/>
                  </a:lnTo>
                  <a:lnTo>
                    <a:pt x="8516" y="4105"/>
                  </a:lnTo>
                  <a:lnTo>
                    <a:pt x="8232" y="4275"/>
                  </a:lnTo>
                  <a:lnTo>
                    <a:pt x="7938" y="4446"/>
                  </a:lnTo>
                  <a:lnTo>
                    <a:pt x="7643" y="4604"/>
                  </a:lnTo>
                  <a:lnTo>
                    <a:pt x="7337" y="4752"/>
                  </a:lnTo>
                  <a:lnTo>
                    <a:pt x="7030" y="4888"/>
                  </a:lnTo>
                  <a:lnTo>
                    <a:pt x="6418" y="5149"/>
                  </a:lnTo>
                  <a:lnTo>
                    <a:pt x="5795" y="5387"/>
                  </a:lnTo>
                  <a:lnTo>
                    <a:pt x="5171" y="5625"/>
                  </a:lnTo>
                  <a:lnTo>
                    <a:pt x="4536" y="5874"/>
                  </a:lnTo>
                  <a:lnTo>
                    <a:pt x="3924" y="6135"/>
                  </a:lnTo>
                  <a:lnTo>
                    <a:pt x="3617" y="6271"/>
                  </a:lnTo>
                  <a:lnTo>
                    <a:pt x="3323" y="6407"/>
                  </a:lnTo>
                  <a:lnTo>
                    <a:pt x="3028" y="6566"/>
                  </a:lnTo>
                  <a:lnTo>
                    <a:pt x="2744" y="6725"/>
                  </a:lnTo>
                  <a:lnTo>
                    <a:pt x="2461" y="6895"/>
                  </a:lnTo>
                  <a:lnTo>
                    <a:pt x="2189" y="7076"/>
                  </a:lnTo>
                  <a:lnTo>
                    <a:pt x="1917" y="7269"/>
                  </a:lnTo>
                  <a:lnTo>
                    <a:pt x="1656" y="7484"/>
                  </a:lnTo>
                  <a:lnTo>
                    <a:pt x="1418" y="7711"/>
                  </a:lnTo>
                  <a:lnTo>
                    <a:pt x="1180" y="7949"/>
                  </a:lnTo>
                  <a:lnTo>
                    <a:pt x="964" y="8210"/>
                  </a:lnTo>
                  <a:lnTo>
                    <a:pt x="771" y="8493"/>
                  </a:lnTo>
                  <a:lnTo>
                    <a:pt x="590" y="8777"/>
                  </a:lnTo>
                  <a:lnTo>
                    <a:pt x="431" y="9083"/>
                  </a:lnTo>
                  <a:lnTo>
                    <a:pt x="295" y="9389"/>
                  </a:lnTo>
                  <a:lnTo>
                    <a:pt x="182" y="9707"/>
                  </a:lnTo>
                  <a:lnTo>
                    <a:pt x="91" y="10024"/>
                  </a:lnTo>
                  <a:lnTo>
                    <a:pt x="68" y="10183"/>
                  </a:lnTo>
                  <a:lnTo>
                    <a:pt x="34" y="10342"/>
                  </a:lnTo>
                  <a:lnTo>
                    <a:pt x="23" y="10500"/>
                  </a:lnTo>
                  <a:lnTo>
                    <a:pt x="12" y="10671"/>
                  </a:lnTo>
                  <a:lnTo>
                    <a:pt x="0" y="10829"/>
                  </a:lnTo>
                  <a:lnTo>
                    <a:pt x="12" y="10988"/>
                  </a:lnTo>
                  <a:lnTo>
                    <a:pt x="23" y="11147"/>
                  </a:lnTo>
                  <a:lnTo>
                    <a:pt x="46" y="11306"/>
                  </a:lnTo>
                  <a:lnTo>
                    <a:pt x="80" y="11464"/>
                  </a:lnTo>
                  <a:lnTo>
                    <a:pt x="114" y="11623"/>
                  </a:lnTo>
                  <a:lnTo>
                    <a:pt x="159" y="11770"/>
                  </a:lnTo>
                  <a:lnTo>
                    <a:pt x="216" y="11918"/>
                  </a:lnTo>
                  <a:lnTo>
                    <a:pt x="284" y="12077"/>
                  </a:lnTo>
                  <a:lnTo>
                    <a:pt x="363" y="12224"/>
                  </a:lnTo>
                  <a:lnTo>
                    <a:pt x="465" y="12405"/>
                  </a:lnTo>
                  <a:lnTo>
                    <a:pt x="590" y="12575"/>
                  </a:lnTo>
                  <a:lnTo>
                    <a:pt x="715" y="12746"/>
                  </a:lnTo>
                  <a:lnTo>
                    <a:pt x="839" y="12916"/>
                  </a:lnTo>
                  <a:lnTo>
                    <a:pt x="1112" y="13222"/>
                  </a:lnTo>
                  <a:lnTo>
                    <a:pt x="1395" y="13517"/>
                  </a:lnTo>
                  <a:lnTo>
                    <a:pt x="1962" y="14072"/>
                  </a:lnTo>
                  <a:lnTo>
                    <a:pt x="2234" y="14344"/>
                  </a:lnTo>
                  <a:lnTo>
                    <a:pt x="2484" y="14616"/>
                  </a:lnTo>
                  <a:lnTo>
                    <a:pt x="2608" y="14764"/>
                  </a:lnTo>
                  <a:lnTo>
                    <a:pt x="2710" y="14900"/>
                  </a:lnTo>
                  <a:lnTo>
                    <a:pt x="2812" y="15047"/>
                  </a:lnTo>
                  <a:lnTo>
                    <a:pt x="2903" y="15206"/>
                  </a:lnTo>
                  <a:lnTo>
                    <a:pt x="2983" y="15353"/>
                  </a:lnTo>
                  <a:lnTo>
                    <a:pt x="3039" y="15524"/>
                  </a:lnTo>
                  <a:lnTo>
                    <a:pt x="3096" y="15682"/>
                  </a:lnTo>
                  <a:lnTo>
                    <a:pt x="3141" y="15864"/>
                  </a:lnTo>
                  <a:lnTo>
                    <a:pt x="3164" y="16045"/>
                  </a:lnTo>
                  <a:lnTo>
                    <a:pt x="3175" y="16238"/>
                  </a:lnTo>
                  <a:lnTo>
                    <a:pt x="3164" y="16431"/>
                  </a:lnTo>
                  <a:lnTo>
                    <a:pt x="3141" y="16635"/>
                  </a:lnTo>
                  <a:lnTo>
                    <a:pt x="3096" y="16850"/>
                  </a:lnTo>
                  <a:lnTo>
                    <a:pt x="3028" y="17088"/>
                  </a:lnTo>
                  <a:lnTo>
                    <a:pt x="2949" y="17326"/>
                  </a:lnTo>
                  <a:lnTo>
                    <a:pt x="2835" y="17576"/>
                  </a:lnTo>
                  <a:lnTo>
                    <a:pt x="2699" y="17893"/>
                  </a:lnTo>
                  <a:lnTo>
                    <a:pt x="2563" y="18211"/>
                  </a:lnTo>
                  <a:lnTo>
                    <a:pt x="2438" y="18528"/>
                  </a:lnTo>
                  <a:lnTo>
                    <a:pt x="2325" y="18846"/>
                  </a:lnTo>
                  <a:lnTo>
                    <a:pt x="2234" y="19163"/>
                  </a:lnTo>
                  <a:lnTo>
                    <a:pt x="2155" y="19481"/>
                  </a:lnTo>
                  <a:lnTo>
                    <a:pt x="2087" y="19798"/>
                  </a:lnTo>
                  <a:lnTo>
                    <a:pt x="2041" y="20116"/>
                  </a:lnTo>
                  <a:lnTo>
                    <a:pt x="2019" y="20433"/>
                  </a:lnTo>
                  <a:lnTo>
                    <a:pt x="2019" y="20762"/>
                  </a:lnTo>
                  <a:lnTo>
                    <a:pt x="2041" y="21080"/>
                  </a:lnTo>
                  <a:lnTo>
                    <a:pt x="2098" y="21397"/>
                  </a:lnTo>
                  <a:lnTo>
                    <a:pt x="2132" y="21556"/>
                  </a:lnTo>
                  <a:lnTo>
                    <a:pt x="2177" y="21726"/>
                  </a:lnTo>
                  <a:lnTo>
                    <a:pt x="2223" y="21885"/>
                  </a:lnTo>
                  <a:lnTo>
                    <a:pt x="2280" y="22043"/>
                  </a:lnTo>
                  <a:lnTo>
                    <a:pt x="2348" y="22202"/>
                  </a:lnTo>
                  <a:lnTo>
                    <a:pt x="2427" y="22372"/>
                  </a:lnTo>
                  <a:lnTo>
                    <a:pt x="2506" y="22531"/>
                  </a:lnTo>
                  <a:lnTo>
                    <a:pt x="2597" y="22701"/>
                  </a:lnTo>
                  <a:lnTo>
                    <a:pt x="2756" y="22950"/>
                  </a:lnTo>
                  <a:lnTo>
                    <a:pt x="2926" y="23177"/>
                  </a:lnTo>
                  <a:lnTo>
                    <a:pt x="3107" y="23393"/>
                  </a:lnTo>
                  <a:lnTo>
                    <a:pt x="3289" y="23597"/>
                  </a:lnTo>
                  <a:lnTo>
                    <a:pt x="3493" y="23778"/>
                  </a:lnTo>
                  <a:lnTo>
                    <a:pt x="3697" y="23948"/>
                  </a:lnTo>
                  <a:lnTo>
                    <a:pt x="3912" y="24096"/>
                  </a:lnTo>
                  <a:lnTo>
                    <a:pt x="4139" y="24232"/>
                  </a:lnTo>
                  <a:lnTo>
                    <a:pt x="4377" y="24357"/>
                  </a:lnTo>
                  <a:lnTo>
                    <a:pt x="4615" y="24459"/>
                  </a:lnTo>
                  <a:lnTo>
                    <a:pt x="4865" y="24549"/>
                  </a:lnTo>
                  <a:lnTo>
                    <a:pt x="5126" y="24617"/>
                  </a:lnTo>
                  <a:lnTo>
                    <a:pt x="5398" y="24685"/>
                  </a:lnTo>
                  <a:lnTo>
                    <a:pt x="5670" y="24731"/>
                  </a:lnTo>
                  <a:lnTo>
                    <a:pt x="5953" y="24765"/>
                  </a:lnTo>
                  <a:lnTo>
                    <a:pt x="6237" y="24776"/>
                  </a:lnTo>
                  <a:lnTo>
                    <a:pt x="6520" y="24776"/>
                  </a:lnTo>
                  <a:lnTo>
                    <a:pt x="6792" y="24765"/>
                  </a:lnTo>
                  <a:lnTo>
                    <a:pt x="7065" y="24742"/>
                  </a:lnTo>
                  <a:lnTo>
                    <a:pt x="7337" y="24708"/>
                  </a:lnTo>
                  <a:lnTo>
                    <a:pt x="7881" y="24617"/>
                  </a:lnTo>
                  <a:lnTo>
                    <a:pt x="8425" y="24515"/>
                  </a:lnTo>
                  <a:lnTo>
                    <a:pt x="8924" y="24425"/>
                  </a:lnTo>
                  <a:lnTo>
                    <a:pt x="9423" y="24334"/>
                  </a:lnTo>
                  <a:lnTo>
                    <a:pt x="9684" y="24300"/>
                  </a:lnTo>
                  <a:lnTo>
                    <a:pt x="9933" y="24277"/>
                  </a:lnTo>
                  <a:lnTo>
                    <a:pt x="10183" y="24254"/>
                  </a:lnTo>
                  <a:lnTo>
                    <a:pt x="10591" y="24254"/>
                  </a:lnTo>
                  <a:lnTo>
                    <a:pt x="10750" y="24266"/>
                  </a:lnTo>
                  <a:lnTo>
                    <a:pt x="10886" y="24288"/>
                  </a:lnTo>
                  <a:lnTo>
                    <a:pt x="11033" y="24322"/>
                  </a:lnTo>
                  <a:lnTo>
                    <a:pt x="11158" y="24357"/>
                  </a:lnTo>
                  <a:lnTo>
                    <a:pt x="11294" y="24402"/>
                  </a:lnTo>
                  <a:lnTo>
                    <a:pt x="11419" y="24447"/>
                  </a:lnTo>
                  <a:lnTo>
                    <a:pt x="11543" y="24504"/>
                  </a:lnTo>
                  <a:lnTo>
                    <a:pt x="11668" y="24572"/>
                  </a:lnTo>
                  <a:lnTo>
                    <a:pt x="11781" y="24640"/>
                  </a:lnTo>
                  <a:lnTo>
                    <a:pt x="11895" y="24719"/>
                  </a:lnTo>
                  <a:lnTo>
                    <a:pt x="12008" y="24810"/>
                  </a:lnTo>
                  <a:lnTo>
                    <a:pt x="12224" y="25003"/>
                  </a:lnTo>
                  <a:lnTo>
                    <a:pt x="12428" y="25230"/>
                  </a:lnTo>
                  <a:lnTo>
                    <a:pt x="12587" y="25388"/>
                  </a:lnTo>
                  <a:lnTo>
                    <a:pt x="12881" y="25649"/>
                  </a:lnTo>
                  <a:lnTo>
                    <a:pt x="13051" y="25808"/>
                  </a:lnTo>
                  <a:lnTo>
                    <a:pt x="13244" y="25955"/>
                  </a:lnTo>
                  <a:lnTo>
                    <a:pt x="13448" y="26103"/>
                  </a:lnTo>
                  <a:lnTo>
                    <a:pt x="13652" y="26227"/>
                  </a:lnTo>
                  <a:lnTo>
                    <a:pt x="13845" y="26341"/>
                  </a:lnTo>
                  <a:lnTo>
                    <a:pt x="14038" y="26432"/>
                  </a:lnTo>
                  <a:lnTo>
                    <a:pt x="14129" y="26454"/>
                  </a:lnTo>
                  <a:lnTo>
                    <a:pt x="14219" y="26477"/>
                  </a:lnTo>
                  <a:lnTo>
                    <a:pt x="14367" y="26477"/>
                  </a:lnTo>
                  <a:lnTo>
                    <a:pt x="14435" y="26454"/>
                  </a:lnTo>
                  <a:lnTo>
                    <a:pt x="14503" y="26432"/>
                  </a:lnTo>
                  <a:lnTo>
                    <a:pt x="14548" y="26386"/>
                  </a:lnTo>
                  <a:lnTo>
                    <a:pt x="14593" y="26318"/>
                  </a:lnTo>
                  <a:lnTo>
                    <a:pt x="14628" y="26250"/>
                  </a:lnTo>
                  <a:lnTo>
                    <a:pt x="14662" y="26148"/>
                  </a:lnTo>
                  <a:lnTo>
                    <a:pt x="14673" y="26035"/>
                  </a:lnTo>
                  <a:lnTo>
                    <a:pt x="14673" y="25910"/>
                  </a:lnTo>
                  <a:lnTo>
                    <a:pt x="14888" y="25853"/>
                  </a:lnTo>
                  <a:lnTo>
                    <a:pt x="15115" y="25785"/>
                  </a:lnTo>
                  <a:lnTo>
                    <a:pt x="15342" y="25706"/>
                  </a:lnTo>
                  <a:lnTo>
                    <a:pt x="15569" y="25626"/>
                  </a:lnTo>
                  <a:lnTo>
                    <a:pt x="16022" y="25434"/>
                  </a:lnTo>
                  <a:lnTo>
                    <a:pt x="16476" y="25241"/>
                  </a:lnTo>
                  <a:lnTo>
                    <a:pt x="16929" y="25037"/>
                  </a:lnTo>
                  <a:lnTo>
                    <a:pt x="17383" y="24844"/>
                  </a:lnTo>
                  <a:lnTo>
                    <a:pt x="17610" y="24765"/>
                  </a:lnTo>
                  <a:lnTo>
                    <a:pt x="17836" y="24685"/>
                  </a:lnTo>
                  <a:lnTo>
                    <a:pt x="18063" y="24617"/>
                  </a:lnTo>
                  <a:lnTo>
                    <a:pt x="18279" y="24572"/>
                  </a:lnTo>
                  <a:lnTo>
                    <a:pt x="18948" y="24425"/>
                  </a:lnTo>
                  <a:lnTo>
                    <a:pt x="19605" y="24266"/>
                  </a:lnTo>
                  <a:lnTo>
                    <a:pt x="20263" y="24096"/>
                  </a:lnTo>
                  <a:lnTo>
                    <a:pt x="20921" y="23903"/>
                  </a:lnTo>
                  <a:lnTo>
                    <a:pt x="21249" y="23801"/>
                  </a:lnTo>
                  <a:lnTo>
                    <a:pt x="21567" y="23688"/>
                  </a:lnTo>
                  <a:lnTo>
                    <a:pt x="21884" y="23574"/>
                  </a:lnTo>
                  <a:lnTo>
                    <a:pt x="22191" y="23438"/>
                  </a:lnTo>
                  <a:lnTo>
                    <a:pt x="22497" y="23302"/>
                  </a:lnTo>
                  <a:lnTo>
                    <a:pt x="22803" y="23155"/>
                  </a:lnTo>
                  <a:lnTo>
                    <a:pt x="23098" y="22996"/>
                  </a:lnTo>
                  <a:lnTo>
                    <a:pt x="23392" y="22826"/>
                  </a:lnTo>
                  <a:lnTo>
                    <a:pt x="23687" y="22633"/>
                  </a:lnTo>
                  <a:lnTo>
                    <a:pt x="23982" y="22418"/>
                  </a:lnTo>
                  <a:lnTo>
                    <a:pt x="24266" y="22202"/>
                  </a:lnTo>
                  <a:lnTo>
                    <a:pt x="24538" y="21964"/>
                  </a:lnTo>
                  <a:lnTo>
                    <a:pt x="24787" y="21715"/>
                  </a:lnTo>
                  <a:lnTo>
                    <a:pt x="25037" y="21465"/>
                  </a:lnTo>
                  <a:lnTo>
                    <a:pt x="25275" y="21193"/>
                  </a:lnTo>
                  <a:lnTo>
                    <a:pt x="25501" y="20921"/>
                  </a:lnTo>
                  <a:lnTo>
                    <a:pt x="25717" y="20626"/>
                  </a:lnTo>
                  <a:lnTo>
                    <a:pt x="25910" y="20331"/>
                  </a:lnTo>
                  <a:lnTo>
                    <a:pt x="26102" y="20025"/>
                  </a:lnTo>
                  <a:lnTo>
                    <a:pt x="26272" y="19719"/>
                  </a:lnTo>
                  <a:lnTo>
                    <a:pt x="26431" y="19401"/>
                  </a:lnTo>
                  <a:lnTo>
                    <a:pt x="26579" y="19073"/>
                  </a:lnTo>
                  <a:lnTo>
                    <a:pt x="26703" y="18744"/>
                  </a:lnTo>
                  <a:lnTo>
                    <a:pt x="26828" y="18404"/>
                  </a:lnTo>
                  <a:lnTo>
                    <a:pt x="26919" y="18052"/>
                  </a:lnTo>
                  <a:lnTo>
                    <a:pt x="27010" y="17712"/>
                  </a:lnTo>
                  <a:lnTo>
                    <a:pt x="27066" y="17360"/>
                  </a:lnTo>
                  <a:lnTo>
                    <a:pt x="27123" y="17009"/>
                  </a:lnTo>
                  <a:lnTo>
                    <a:pt x="27157" y="16646"/>
                  </a:lnTo>
                  <a:lnTo>
                    <a:pt x="27180" y="16295"/>
                  </a:lnTo>
                  <a:lnTo>
                    <a:pt x="27180" y="15932"/>
                  </a:lnTo>
                  <a:lnTo>
                    <a:pt x="27168" y="15580"/>
                  </a:lnTo>
                  <a:lnTo>
                    <a:pt x="27146" y="15217"/>
                  </a:lnTo>
                  <a:lnTo>
                    <a:pt x="27100" y="14866"/>
                  </a:lnTo>
                  <a:lnTo>
                    <a:pt x="27044" y="14514"/>
                  </a:lnTo>
                  <a:lnTo>
                    <a:pt x="26975" y="14163"/>
                  </a:lnTo>
                  <a:lnTo>
                    <a:pt x="26885" y="13823"/>
                  </a:lnTo>
                  <a:lnTo>
                    <a:pt x="26771" y="13483"/>
                  </a:lnTo>
                  <a:lnTo>
                    <a:pt x="26658" y="13142"/>
                  </a:lnTo>
                  <a:lnTo>
                    <a:pt x="26522" y="12814"/>
                  </a:lnTo>
                  <a:lnTo>
                    <a:pt x="26363" y="12462"/>
                  </a:lnTo>
                  <a:lnTo>
                    <a:pt x="26182" y="12122"/>
                  </a:lnTo>
                  <a:lnTo>
                    <a:pt x="25989" y="11782"/>
                  </a:lnTo>
                  <a:lnTo>
                    <a:pt x="25796" y="11464"/>
                  </a:lnTo>
                  <a:lnTo>
                    <a:pt x="25581" y="11147"/>
                  </a:lnTo>
                  <a:lnTo>
                    <a:pt x="25354" y="10829"/>
                  </a:lnTo>
                  <a:lnTo>
                    <a:pt x="25116" y="10523"/>
                  </a:lnTo>
                  <a:lnTo>
                    <a:pt x="24878" y="10217"/>
                  </a:lnTo>
                  <a:lnTo>
                    <a:pt x="24628" y="9911"/>
                  </a:lnTo>
                  <a:lnTo>
                    <a:pt x="24368" y="9616"/>
                  </a:lnTo>
                  <a:lnTo>
                    <a:pt x="23846" y="9038"/>
                  </a:lnTo>
                  <a:lnTo>
                    <a:pt x="22780" y="7881"/>
                  </a:lnTo>
                  <a:lnTo>
                    <a:pt x="22259" y="7303"/>
                  </a:lnTo>
                  <a:lnTo>
                    <a:pt x="21748" y="6713"/>
                  </a:lnTo>
                  <a:lnTo>
                    <a:pt x="21499" y="6418"/>
                  </a:lnTo>
                  <a:lnTo>
                    <a:pt x="21261" y="6112"/>
                  </a:lnTo>
                  <a:lnTo>
                    <a:pt x="21034" y="5806"/>
                  </a:lnTo>
                  <a:lnTo>
                    <a:pt x="20819" y="5500"/>
                  </a:lnTo>
                  <a:lnTo>
                    <a:pt x="20614" y="5183"/>
                  </a:lnTo>
                  <a:lnTo>
                    <a:pt x="20422" y="4865"/>
                  </a:lnTo>
                  <a:lnTo>
                    <a:pt x="20240" y="4536"/>
                  </a:lnTo>
                  <a:lnTo>
                    <a:pt x="20070" y="4196"/>
                  </a:lnTo>
                  <a:lnTo>
                    <a:pt x="19923" y="3856"/>
                  </a:lnTo>
                  <a:lnTo>
                    <a:pt x="19787" y="3504"/>
                  </a:lnTo>
                  <a:lnTo>
                    <a:pt x="19673" y="3142"/>
                  </a:lnTo>
                  <a:lnTo>
                    <a:pt x="19583" y="2767"/>
                  </a:lnTo>
                  <a:lnTo>
                    <a:pt x="19515" y="2450"/>
                  </a:lnTo>
                  <a:lnTo>
                    <a:pt x="19447" y="2121"/>
                  </a:lnTo>
                  <a:lnTo>
                    <a:pt x="19378" y="1804"/>
                  </a:lnTo>
                  <a:lnTo>
                    <a:pt x="19299" y="1486"/>
                  </a:lnTo>
                  <a:lnTo>
                    <a:pt x="19242" y="1327"/>
                  </a:lnTo>
                  <a:lnTo>
                    <a:pt x="19186" y="1180"/>
                  </a:lnTo>
                  <a:lnTo>
                    <a:pt x="19118" y="1033"/>
                  </a:lnTo>
                  <a:lnTo>
                    <a:pt x="19050" y="896"/>
                  </a:lnTo>
                  <a:lnTo>
                    <a:pt x="18970" y="772"/>
                  </a:lnTo>
                  <a:lnTo>
                    <a:pt x="18868" y="647"/>
                  </a:lnTo>
                  <a:lnTo>
                    <a:pt x="18766" y="534"/>
                  </a:lnTo>
                  <a:lnTo>
                    <a:pt x="18653" y="420"/>
                  </a:lnTo>
                  <a:lnTo>
                    <a:pt x="18539" y="341"/>
                  </a:lnTo>
                  <a:lnTo>
                    <a:pt x="18426" y="273"/>
                  </a:lnTo>
                  <a:lnTo>
                    <a:pt x="18301" y="205"/>
                  </a:lnTo>
                  <a:lnTo>
                    <a:pt x="18177" y="159"/>
                  </a:lnTo>
                  <a:lnTo>
                    <a:pt x="18052" y="114"/>
                  </a:lnTo>
                  <a:lnTo>
                    <a:pt x="17916" y="80"/>
                  </a:lnTo>
                  <a:lnTo>
                    <a:pt x="17780" y="57"/>
                  </a:lnTo>
                  <a:lnTo>
                    <a:pt x="17644" y="35"/>
                  </a:lnTo>
                  <a:lnTo>
                    <a:pt x="17372" y="12"/>
                  </a:lnTo>
                  <a:lnTo>
                    <a:pt x="17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1089658" y="2007879"/>
              <a:ext cx="920519" cy="896710"/>
            </a:xfrm>
            <a:custGeom>
              <a:rect b="b" l="l" r="r" t="t"/>
              <a:pathLst>
                <a:path extrusionOk="0" fill="none" h="26477" w="27180">
                  <a:moveTo>
                    <a:pt x="10557" y="1996"/>
                  </a:moveTo>
                  <a:lnTo>
                    <a:pt x="10557" y="1996"/>
                  </a:lnTo>
                  <a:lnTo>
                    <a:pt x="10398" y="2291"/>
                  </a:lnTo>
                  <a:lnTo>
                    <a:pt x="10217" y="2563"/>
                  </a:lnTo>
                  <a:lnTo>
                    <a:pt x="10013" y="2813"/>
                  </a:lnTo>
                  <a:lnTo>
                    <a:pt x="9797" y="3062"/>
                  </a:lnTo>
                  <a:lnTo>
                    <a:pt x="9570" y="3300"/>
                  </a:lnTo>
                  <a:lnTo>
                    <a:pt x="9321" y="3516"/>
                  </a:lnTo>
                  <a:lnTo>
                    <a:pt x="9071" y="3720"/>
                  </a:lnTo>
                  <a:lnTo>
                    <a:pt x="8799" y="3924"/>
                  </a:lnTo>
                  <a:lnTo>
                    <a:pt x="8516" y="4105"/>
                  </a:lnTo>
                  <a:lnTo>
                    <a:pt x="8232" y="4275"/>
                  </a:lnTo>
                  <a:lnTo>
                    <a:pt x="7938" y="4446"/>
                  </a:lnTo>
                  <a:lnTo>
                    <a:pt x="7643" y="4604"/>
                  </a:lnTo>
                  <a:lnTo>
                    <a:pt x="7337" y="4752"/>
                  </a:lnTo>
                  <a:lnTo>
                    <a:pt x="7030" y="4888"/>
                  </a:lnTo>
                  <a:lnTo>
                    <a:pt x="6418" y="5149"/>
                  </a:lnTo>
                  <a:lnTo>
                    <a:pt x="6418" y="5149"/>
                  </a:lnTo>
                  <a:lnTo>
                    <a:pt x="5795" y="5387"/>
                  </a:lnTo>
                  <a:lnTo>
                    <a:pt x="5171" y="5625"/>
                  </a:lnTo>
                  <a:lnTo>
                    <a:pt x="4536" y="5874"/>
                  </a:lnTo>
                  <a:lnTo>
                    <a:pt x="3924" y="6135"/>
                  </a:lnTo>
                  <a:lnTo>
                    <a:pt x="3617" y="6271"/>
                  </a:lnTo>
                  <a:lnTo>
                    <a:pt x="3323" y="6407"/>
                  </a:lnTo>
                  <a:lnTo>
                    <a:pt x="3028" y="6566"/>
                  </a:lnTo>
                  <a:lnTo>
                    <a:pt x="2744" y="6725"/>
                  </a:lnTo>
                  <a:lnTo>
                    <a:pt x="2461" y="6895"/>
                  </a:lnTo>
                  <a:lnTo>
                    <a:pt x="2189" y="7076"/>
                  </a:lnTo>
                  <a:lnTo>
                    <a:pt x="1917" y="7269"/>
                  </a:lnTo>
                  <a:lnTo>
                    <a:pt x="1656" y="7484"/>
                  </a:lnTo>
                  <a:lnTo>
                    <a:pt x="1656" y="7484"/>
                  </a:lnTo>
                  <a:lnTo>
                    <a:pt x="1418" y="7711"/>
                  </a:lnTo>
                  <a:lnTo>
                    <a:pt x="1180" y="7949"/>
                  </a:lnTo>
                  <a:lnTo>
                    <a:pt x="964" y="8210"/>
                  </a:lnTo>
                  <a:lnTo>
                    <a:pt x="771" y="8493"/>
                  </a:lnTo>
                  <a:lnTo>
                    <a:pt x="590" y="8777"/>
                  </a:lnTo>
                  <a:lnTo>
                    <a:pt x="431" y="9083"/>
                  </a:lnTo>
                  <a:lnTo>
                    <a:pt x="295" y="9389"/>
                  </a:lnTo>
                  <a:lnTo>
                    <a:pt x="182" y="9707"/>
                  </a:lnTo>
                  <a:lnTo>
                    <a:pt x="91" y="10024"/>
                  </a:lnTo>
                  <a:lnTo>
                    <a:pt x="68" y="10183"/>
                  </a:lnTo>
                  <a:lnTo>
                    <a:pt x="34" y="10342"/>
                  </a:lnTo>
                  <a:lnTo>
                    <a:pt x="23" y="10500"/>
                  </a:lnTo>
                  <a:lnTo>
                    <a:pt x="12" y="10671"/>
                  </a:lnTo>
                  <a:lnTo>
                    <a:pt x="0" y="10829"/>
                  </a:lnTo>
                  <a:lnTo>
                    <a:pt x="12" y="10988"/>
                  </a:lnTo>
                  <a:lnTo>
                    <a:pt x="23" y="11147"/>
                  </a:lnTo>
                  <a:lnTo>
                    <a:pt x="46" y="11306"/>
                  </a:lnTo>
                  <a:lnTo>
                    <a:pt x="80" y="11464"/>
                  </a:lnTo>
                  <a:lnTo>
                    <a:pt x="114" y="11623"/>
                  </a:lnTo>
                  <a:lnTo>
                    <a:pt x="159" y="11770"/>
                  </a:lnTo>
                  <a:lnTo>
                    <a:pt x="216" y="11918"/>
                  </a:lnTo>
                  <a:lnTo>
                    <a:pt x="284" y="12077"/>
                  </a:lnTo>
                  <a:lnTo>
                    <a:pt x="363" y="12224"/>
                  </a:lnTo>
                  <a:lnTo>
                    <a:pt x="363" y="12224"/>
                  </a:lnTo>
                  <a:lnTo>
                    <a:pt x="465" y="12405"/>
                  </a:lnTo>
                  <a:lnTo>
                    <a:pt x="590" y="12575"/>
                  </a:lnTo>
                  <a:lnTo>
                    <a:pt x="715" y="12746"/>
                  </a:lnTo>
                  <a:lnTo>
                    <a:pt x="839" y="12916"/>
                  </a:lnTo>
                  <a:lnTo>
                    <a:pt x="1112" y="13222"/>
                  </a:lnTo>
                  <a:lnTo>
                    <a:pt x="1395" y="13517"/>
                  </a:lnTo>
                  <a:lnTo>
                    <a:pt x="1962" y="14072"/>
                  </a:lnTo>
                  <a:lnTo>
                    <a:pt x="2234" y="14344"/>
                  </a:lnTo>
                  <a:lnTo>
                    <a:pt x="2484" y="14616"/>
                  </a:lnTo>
                  <a:lnTo>
                    <a:pt x="2608" y="14764"/>
                  </a:lnTo>
                  <a:lnTo>
                    <a:pt x="2710" y="14900"/>
                  </a:lnTo>
                  <a:lnTo>
                    <a:pt x="2812" y="15047"/>
                  </a:lnTo>
                  <a:lnTo>
                    <a:pt x="2903" y="15206"/>
                  </a:lnTo>
                  <a:lnTo>
                    <a:pt x="2983" y="15353"/>
                  </a:lnTo>
                  <a:lnTo>
                    <a:pt x="3039" y="15524"/>
                  </a:lnTo>
                  <a:lnTo>
                    <a:pt x="3096" y="15682"/>
                  </a:lnTo>
                  <a:lnTo>
                    <a:pt x="3141" y="15864"/>
                  </a:lnTo>
                  <a:lnTo>
                    <a:pt x="3164" y="16045"/>
                  </a:lnTo>
                  <a:lnTo>
                    <a:pt x="3175" y="16238"/>
                  </a:lnTo>
                  <a:lnTo>
                    <a:pt x="3164" y="16431"/>
                  </a:lnTo>
                  <a:lnTo>
                    <a:pt x="3141" y="16635"/>
                  </a:lnTo>
                  <a:lnTo>
                    <a:pt x="3096" y="16850"/>
                  </a:lnTo>
                  <a:lnTo>
                    <a:pt x="3028" y="17088"/>
                  </a:lnTo>
                  <a:lnTo>
                    <a:pt x="2949" y="17326"/>
                  </a:lnTo>
                  <a:lnTo>
                    <a:pt x="2835" y="17576"/>
                  </a:lnTo>
                  <a:lnTo>
                    <a:pt x="2835" y="17576"/>
                  </a:lnTo>
                  <a:lnTo>
                    <a:pt x="2699" y="17893"/>
                  </a:lnTo>
                  <a:lnTo>
                    <a:pt x="2563" y="18211"/>
                  </a:lnTo>
                  <a:lnTo>
                    <a:pt x="2438" y="18528"/>
                  </a:lnTo>
                  <a:lnTo>
                    <a:pt x="2325" y="18846"/>
                  </a:lnTo>
                  <a:lnTo>
                    <a:pt x="2234" y="19163"/>
                  </a:lnTo>
                  <a:lnTo>
                    <a:pt x="2155" y="19481"/>
                  </a:lnTo>
                  <a:lnTo>
                    <a:pt x="2087" y="19798"/>
                  </a:lnTo>
                  <a:lnTo>
                    <a:pt x="2041" y="20116"/>
                  </a:lnTo>
                  <a:lnTo>
                    <a:pt x="2019" y="20433"/>
                  </a:lnTo>
                  <a:lnTo>
                    <a:pt x="2019" y="20762"/>
                  </a:lnTo>
                  <a:lnTo>
                    <a:pt x="2041" y="21080"/>
                  </a:lnTo>
                  <a:lnTo>
                    <a:pt x="2098" y="21397"/>
                  </a:lnTo>
                  <a:lnTo>
                    <a:pt x="2132" y="21556"/>
                  </a:lnTo>
                  <a:lnTo>
                    <a:pt x="2177" y="21726"/>
                  </a:lnTo>
                  <a:lnTo>
                    <a:pt x="2223" y="21885"/>
                  </a:lnTo>
                  <a:lnTo>
                    <a:pt x="2280" y="22043"/>
                  </a:lnTo>
                  <a:lnTo>
                    <a:pt x="2348" y="22202"/>
                  </a:lnTo>
                  <a:lnTo>
                    <a:pt x="2427" y="22372"/>
                  </a:lnTo>
                  <a:lnTo>
                    <a:pt x="2506" y="22531"/>
                  </a:lnTo>
                  <a:lnTo>
                    <a:pt x="2597" y="22701"/>
                  </a:lnTo>
                  <a:lnTo>
                    <a:pt x="2597" y="22701"/>
                  </a:lnTo>
                  <a:lnTo>
                    <a:pt x="2756" y="22950"/>
                  </a:lnTo>
                  <a:lnTo>
                    <a:pt x="2926" y="23177"/>
                  </a:lnTo>
                  <a:lnTo>
                    <a:pt x="3107" y="23393"/>
                  </a:lnTo>
                  <a:lnTo>
                    <a:pt x="3289" y="23597"/>
                  </a:lnTo>
                  <a:lnTo>
                    <a:pt x="3493" y="23778"/>
                  </a:lnTo>
                  <a:lnTo>
                    <a:pt x="3697" y="23948"/>
                  </a:lnTo>
                  <a:lnTo>
                    <a:pt x="3912" y="24096"/>
                  </a:lnTo>
                  <a:lnTo>
                    <a:pt x="4139" y="24232"/>
                  </a:lnTo>
                  <a:lnTo>
                    <a:pt x="4377" y="24357"/>
                  </a:lnTo>
                  <a:lnTo>
                    <a:pt x="4615" y="24459"/>
                  </a:lnTo>
                  <a:lnTo>
                    <a:pt x="4865" y="24549"/>
                  </a:lnTo>
                  <a:lnTo>
                    <a:pt x="5126" y="24617"/>
                  </a:lnTo>
                  <a:lnTo>
                    <a:pt x="5398" y="24685"/>
                  </a:lnTo>
                  <a:lnTo>
                    <a:pt x="5670" y="24731"/>
                  </a:lnTo>
                  <a:lnTo>
                    <a:pt x="5953" y="24765"/>
                  </a:lnTo>
                  <a:lnTo>
                    <a:pt x="6237" y="24776"/>
                  </a:lnTo>
                  <a:lnTo>
                    <a:pt x="6237" y="24776"/>
                  </a:lnTo>
                  <a:lnTo>
                    <a:pt x="6520" y="24776"/>
                  </a:lnTo>
                  <a:lnTo>
                    <a:pt x="6792" y="24765"/>
                  </a:lnTo>
                  <a:lnTo>
                    <a:pt x="7065" y="24742"/>
                  </a:lnTo>
                  <a:lnTo>
                    <a:pt x="7337" y="24708"/>
                  </a:lnTo>
                  <a:lnTo>
                    <a:pt x="7881" y="24617"/>
                  </a:lnTo>
                  <a:lnTo>
                    <a:pt x="8425" y="24515"/>
                  </a:lnTo>
                  <a:lnTo>
                    <a:pt x="8425" y="24515"/>
                  </a:lnTo>
                  <a:lnTo>
                    <a:pt x="8924" y="24425"/>
                  </a:lnTo>
                  <a:lnTo>
                    <a:pt x="9423" y="24334"/>
                  </a:lnTo>
                  <a:lnTo>
                    <a:pt x="9684" y="24300"/>
                  </a:lnTo>
                  <a:lnTo>
                    <a:pt x="9933" y="24277"/>
                  </a:lnTo>
                  <a:lnTo>
                    <a:pt x="10183" y="24254"/>
                  </a:lnTo>
                  <a:lnTo>
                    <a:pt x="10443" y="24254"/>
                  </a:lnTo>
                  <a:lnTo>
                    <a:pt x="10443" y="24254"/>
                  </a:lnTo>
                  <a:lnTo>
                    <a:pt x="10591" y="24254"/>
                  </a:lnTo>
                  <a:lnTo>
                    <a:pt x="10750" y="24266"/>
                  </a:lnTo>
                  <a:lnTo>
                    <a:pt x="10886" y="24288"/>
                  </a:lnTo>
                  <a:lnTo>
                    <a:pt x="11033" y="24322"/>
                  </a:lnTo>
                  <a:lnTo>
                    <a:pt x="11158" y="24357"/>
                  </a:lnTo>
                  <a:lnTo>
                    <a:pt x="11294" y="24402"/>
                  </a:lnTo>
                  <a:lnTo>
                    <a:pt x="11419" y="24447"/>
                  </a:lnTo>
                  <a:lnTo>
                    <a:pt x="11543" y="24504"/>
                  </a:lnTo>
                  <a:lnTo>
                    <a:pt x="11668" y="24572"/>
                  </a:lnTo>
                  <a:lnTo>
                    <a:pt x="11781" y="24640"/>
                  </a:lnTo>
                  <a:lnTo>
                    <a:pt x="11895" y="24719"/>
                  </a:lnTo>
                  <a:lnTo>
                    <a:pt x="12008" y="24810"/>
                  </a:lnTo>
                  <a:lnTo>
                    <a:pt x="12224" y="25003"/>
                  </a:lnTo>
                  <a:lnTo>
                    <a:pt x="12428" y="25230"/>
                  </a:lnTo>
                  <a:lnTo>
                    <a:pt x="12428" y="25230"/>
                  </a:lnTo>
                  <a:lnTo>
                    <a:pt x="12587" y="25388"/>
                  </a:lnTo>
                  <a:lnTo>
                    <a:pt x="12881" y="25649"/>
                  </a:lnTo>
                  <a:lnTo>
                    <a:pt x="13051" y="25808"/>
                  </a:lnTo>
                  <a:lnTo>
                    <a:pt x="13244" y="25955"/>
                  </a:lnTo>
                  <a:lnTo>
                    <a:pt x="13448" y="26103"/>
                  </a:lnTo>
                  <a:lnTo>
                    <a:pt x="13652" y="26227"/>
                  </a:lnTo>
                  <a:lnTo>
                    <a:pt x="13845" y="26341"/>
                  </a:lnTo>
                  <a:lnTo>
                    <a:pt x="14038" y="26432"/>
                  </a:lnTo>
                  <a:lnTo>
                    <a:pt x="14129" y="26454"/>
                  </a:lnTo>
                  <a:lnTo>
                    <a:pt x="14219" y="26477"/>
                  </a:lnTo>
                  <a:lnTo>
                    <a:pt x="14299" y="26477"/>
                  </a:lnTo>
                  <a:lnTo>
                    <a:pt x="14367" y="26477"/>
                  </a:lnTo>
                  <a:lnTo>
                    <a:pt x="14435" y="26454"/>
                  </a:lnTo>
                  <a:lnTo>
                    <a:pt x="14503" y="26432"/>
                  </a:lnTo>
                  <a:lnTo>
                    <a:pt x="14548" y="26386"/>
                  </a:lnTo>
                  <a:lnTo>
                    <a:pt x="14593" y="26318"/>
                  </a:lnTo>
                  <a:lnTo>
                    <a:pt x="14628" y="26250"/>
                  </a:lnTo>
                  <a:lnTo>
                    <a:pt x="14662" y="26148"/>
                  </a:lnTo>
                  <a:lnTo>
                    <a:pt x="14673" y="26035"/>
                  </a:lnTo>
                  <a:lnTo>
                    <a:pt x="14673" y="25910"/>
                  </a:lnTo>
                  <a:lnTo>
                    <a:pt x="14673" y="25910"/>
                  </a:lnTo>
                  <a:lnTo>
                    <a:pt x="14888" y="25853"/>
                  </a:lnTo>
                  <a:lnTo>
                    <a:pt x="15115" y="25785"/>
                  </a:lnTo>
                  <a:lnTo>
                    <a:pt x="15342" y="25706"/>
                  </a:lnTo>
                  <a:lnTo>
                    <a:pt x="15569" y="25626"/>
                  </a:lnTo>
                  <a:lnTo>
                    <a:pt x="16022" y="25434"/>
                  </a:lnTo>
                  <a:lnTo>
                    <a:pt x="16476" y="25241"/>
                  </a:lnTo>
                  <a:lnTo>
                    <a:pt x="16929" y="25037"/>
                  </a:lnTo>
                  <a:lnTo>
                    <a:pt x="17383" y="24844"/>
                  </a:lnTo>
                  <a:lnTo>
                    <a:pt x="17610" y="24765"/>
                  </a:lnTo>
                  <a:lnTo>
                    <a:pt x="17836" y="24685"/>
                  </a:lnTo>
                  <a:lnTo>
                    <a:pt x="18063" y="24617"/>
                  </a:lnTo>
                  <a:lnTo>
                    <a:pt x="18279" y="24572"/>
                  </a:lnTo>
                  <a:lnTo>
                    <a:pt x="18279" y="24572"/>
                  </a:lnTo>
                  <a:lnTo>
                    <a:pt x="18948" y="24425"/>
                  </a:lnTo>
                  <a:lnTo>
                    <a:pt x="19605" y="24266"/>
                  </a:lnTo>
                  <a:lnTo>
                    <a:pt x="20263" y="24096"/>
                  </a:lnTo>
                  <a:lnTo>
                    <a:pt x="20921" y="23903"/>
                  </a:lnTo>
                  <a:lnTo>
                    <a:pt x="21249" y="23801"/>
                  </a:lnTo>
                  <a:lnTo>
                    <a:pt x="21567" y="23688"/>
                  </a:lnTo>
                  <a:lnTo>
                    <a:pt x="21884" y="23574"/>
                  </a:lnTo>
                  <a:lnTo>
                    <a:pt x="22191" y="23438"/>
                  </a:lnTo>
                  <a:lnTo>
                    <a:pt x="22497" y="23302"/>
                  </a:lnTo>
                  <a:lnTo>
                    <a:pt x="22803" y="23155"/>
                  </a:lnTo>
                  <a:lnTo>
                    <a:pt x="23098" y="22996"/>
                  </a:lnTo>
                  <a:lnTo>
                    <a:pt x="23392" y="22826"/>
                  </a:lnTo>
                  <a:lnTo>
                    <a:pt x="23392" y="22826"/>
                  </a:lnTo>
                  <a:lnTo>
                    <a:pt x="23687" y="22633"/>
                  </a:lnTo>
                  <a:lnTo>
                    <a:pt x="23982" y="22418"/>
                  </a:lnTo>
                  <a:lnTo>
                    <a:pt x="24266" y="22202"/>
                  </a:lnTo>
                  <a:lnTo>
                    <a:pt x="24538" y="21964"/>
                  </a:lnTo>
                  <a:lnTo>
                    <a:pt x="24787" y="21715"/>
                  </a:lnTo>
                  <a:lnTo>
                    <a:pt x="25037" y="21465"/>
                  </a:lnTo>
                  <a:lnTo>
                    <a:pt x="25275" y="21193"/>
                  </a:lnTo>
                  <a:lnTo>
                    <a:pt x="25501" y="20921"/>
                  </a:lnTo>
                  <a:lnTo>
                    <a:pt x="25717" y="20626"/>
                  </a:lnTo>
                  <a:lnTo>
                    <a:pt x="25910" y="20331"/>
                  </a:lnTo>
                  <a:lnTo>
                    <a:pt x="26102" y="20025"/>
                  </a:lnTo>
                  <a:lnTo>
                    <a:pt x="26272" y="19719"/>
                  </a:lnTo>
                  <a:lnTo>
                    <a:pt x="26431" y="19401"/>
                  </a:lnTo>
                  <a:lnTo>
                    <a:pt x="26579" y="19073"/>
                  </a:lnTo>
                  <a:lnTo>
                    <a:pt x="26703" y="18744"/>
                  </a:lnTo>
                  <a:lnTo>
                    <a:pt x="26828" y="18404"/>
                  </a:lnTo>
                  <a:lnTo>
                    <a:pt x="26828" y="18404"/>
                  </a:lnTo>
                  <a:lnTo>
                    <a:pt x="26919" y="18052"/>
                  </a:lnTo>
                  <a:lnTo>
                    <a:pt x="27010" y="17712"/>
                  </a:lnTo>
                  <a:lnTo>
                    <a:pt x="27066" y="17360"/>
                  </a:lnTo>
                  <a:lnTo>
                    <a:pt x="27123" y="17009"/>
                  </a:lnTo>
                  <a:lnTo>
                    <a:pt x="27157" y="16646"/>
                  </a:lnTo>
                  <a:lnTo>
                    <a:pt x="27180" y="16295"/>
                  </a:lnTo>
                  <a:lnTo>
                    <a:pt x="27180" y="15932"/>
                  </a:lnTo>
                  <a:lnTo>
                    <a:pt x="27168" y="15580"/>
                  </a:lnTo>
                  <a:lnTo>
                    <a:pt x="27146" y="15217"/>
                  </a:lnTo>
                  <a:lnTo>
                    <a:pt x="27100" y="14866"/>
                  </a:lnTo>
                  <a:lnTo>
                    <a:pt x="27044" y="14514"/>
                  </a:lnTo>
                  <a:lnTo>
                    <a:pt x="26975" y="14163"/>
                  </a:lnTo>
                  <a:lnTo>
                    <a:pt x="26885" y="13823"/>
                  </a:lnTo>
                  <a:lnTo>
                    <a:pt x="26771" y="13483"/>
                  </a:lnTo>
                  <a:lnTo>
                    <a:pt x="26658" y="13142"/>
                  </a:lnTo>
                  <a:lnTo>
                    <a:pt x="26522" y="12814"/>
                  </a:lnTo>
                  <a:lnTo>
                    <a:pt x="26522" y="12814"/>
                  </a:lnTo>
                  <a:lnTo>
                    <a:pt x="26363" y="12462"/>
                  </a:lnTo>
                  <a:lnTo>
                    <a:pt x="26182" y="12122"/>
                  </a:lnTo>
                  <a:lnTo>
                    <a:pt x="25989" y="11782"/>
                  </a:lnTo>
                  <a:lnTo>
                    <a:pt x="25796" y="11464"/>
                  </a:lnTo>
                  <a:lnTo>
                    <a:pt x="25581" y="11147"/>
                  </a:lnTo>
                  <a:lnTo>
                    <a:pt x="25354" y="10829"/>
                  </a:lnTo>
                  <a:lnTo>
                    <a:pt x="25116" y="10523"/>
                  </a:lnTo>
                  <a:lnTo>
                    <a:pt x="24878" y="10217"/>
                  </a:lnTo>
                  <a:lnTo>
                    <a:pt x="24628" y="9911"/>
                  </a:lnTo>
                  <a:lnTo>
                    <a:pt x="24368" y="9616"/>
                  </a:lnTo>
                  <a:lnTo>
                    <a:pt x="23846" y="9038"/>
                  </a:lnTo>
                  <a:lnTo>
                    <a:pt x="22780" y="7881"/>
                  </a:lnTo>
                  <a:lnTo>
                    <a:pt x="22259" y="7303"/>
                  </a:lnTo>
                  <a:lnTo>
                    <a:pt x="21748" y="6713"/>
                  </a:lnTo>
                  <a:lnTo>
                    <a:pt x="21499" y="6418"/>
                  </a:lnTo>
                  <a:lnTo>
                    <a:pt x="21261" y="6112"/>
                  </a:lnTo>
                  <a:lnTo>
                    <a:pt x="21034" y="5806"/>
                  </a:lnTo>
                  <a:lnTo>
                    <a:pt x="20819" y="5500"/>
                  </a:lnTo>
                  <a:lnTo>
                    <a:pt x="20614" y="5183"/>
                  </a:lnTo>
                  <a:lnTo>
                    <a:pt x="20422" y="4865"/>
                  </a:lnTo>
                  <a:lnTo>
                    <a:pt x="20240" y="4536"/>
                  </a:lnTo>
                  <a:lnTo>
                    <a:pt x="20070" y="4196"/>
                  </a:lnTo>
                  <a:lnTo>
                    <a:pt x="19923" y="3856"/>
                  </a:lnTo>
                  <a:lnTo>
                    <a:pt x="19787" y="3504"/>
                  </a:lnTo>
                  <a:lnTo>
                    <a:pt x="19673" y="3142"/>
                  </a:lnTo>
                  <a:lnTo>
                    <a:pt x="19583" y="2767"/>
                  </a:lnTo>
                  <a:lnTo>
                    <a:pt x="19583" y="2767"/>
                  </a:lnTo>
                  <a:lnTo>
                    <a:pt x="19515" y="2450"/>
                  </a:lnTo>
                  <a:lnTo>
                    <a:pt x="19447" y="2121"/>
                  </a:lnTo>
                  <a:lnTo>
                    <a:pt x="19378" y="1804"/>
                  </a:lnTo>
                  <a:lnTo>
                    <a:pt x="19299" y="1486"/>
                  </a:lnTo>
                  <a:lnTo>
                    <a:pt x="19242" y="1327"/>
                  </a:lnTo>
                  <a:lnTo>
                    <a:pt x="19186" y="1180"/>
                  </a:lnTo>
                  <a:lnTo>
                    <a:pt x="19118" y="1033"/>
                  </a:lnTo>
                  <a:lnTo>
                    <a:pt x="19050" y="896"/>
                  </a:lnTo>
                  <a:lnTo>
                    <a:pt x="18970" y="772"/>
                  </a:lnTo>
                  <a:lnTo>
                    <a:pt x="18868" y="647"/>
                  </a:lnTo>
                  <a:lnTo>
                    <a:pt x="18766" y="534"/>
                  </a:lnTo>
                  <a:lnTo>
                    <a:pt x="18653" y="420"/>
                  </a:lnTo>
                  <a:lnTo>
                    <a:pt x="18653" y="420"/>
                  </a:lnTo>
                  <a:lnTo>
                    <a:pt x="18539" y="341"/>
                  </a:lnTo>
                  <a:lnTo>
                    <a:pt x="18426" y="273"/>
                  </a:lnTo>
                  <a:lnTo>
                    <a:pt x="18301" y="205"/>
                  </a:lnTo>
                  <a:lnTo>
                    <a:pt x="18177" y="159"/>
                  </a:lnTo>
                  <a:lnTo>
                    <a:pt x="18052" y="114"/>
                  </a:lnTo>
                  <a:lnTo>
                    <a:pt x="17916" y="80"/>
                  </a:lnTo>
                  <a:lnTo>
                    <a:pt x="17780" y="57"/>
                  </a:lnTo>
                  <a:lnTo>
                    <a:pt x="17644" y="35"/>
                  </a:lnTo>
                  <a:lnTo>
                    <a:pt x="17372" y="12"/>
                  </a:lnTo>
                  <a:lnTo>
                    <a:pt x="17088" y="1"/>
                  </a:lnTo>
                  <a:lnTo>
                    <a:pt x="16805" y="12"/>
                  </a:lnTo>
                  <a:lnTo>
                    <a:pt x="16521" y="23"/>
                  </a:lnTo>
                  <a:lnTo>
                    <a:pt x="16521" y="23"/>
                  </a:lnTo>
                  <a:lnTo>
                    <a:pt x="11078" y="364"/>
                  </a:lnTo>
                  <a:lnTo>
                    <a:pt x="10557" y="199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1578895" y="3277809"/>
              <a:ext cx="385175" cy="1271115"/>
            </a:xfrm>
            <a:custGeom>
              <a:rect b="b" l="l" r="r" t="t"/>
              <a:pathLst>
                <a:path extrusionOk="0" h="37532" w="11373">
                  <a:moveTo>
                    <a:pt x="6350" y="0"/>
                  </a:moveTo>
                  <a:lnTo>
                    <a:pt x="5964" y="12"/>
                  </a:lnTo>
                  <a:lnTo>
                    <a:pt x="5567" y="34"/>
                  </a:lnTo>
                  <a:lnTo>
                    <a:pt x="5159" y="80"/>
                  </a:lnTo>
                  <a:lnTo>
                    <a:pt x="4751" y="125"/>
                  </a:lnTo>
                  <a:lnTo>
                    <a:pt x="4343" y="182"/>
                  </a:lnTo>
                  <a:lnTo>
                    <a:pt x="3935" y="261"/>
                  </a:lnTo>
                  <a:lnTo>
                    <a:pt x="3515" y="340"/>
                  </a:lnTo>
                  <a:lnTo>
                    <a:pt x="3107" y="442"/>
                  </a:lnTo>
                  <a:lnTo>
                    <a:pt x="2699" y="556"/>
                  </a:lnTo>
                  <a:lnTo>
                    <a:pt x="2291" y="669"/>
                  </a:lnTo>
                  <a:lnTo>
                    <a:pt x="1894" y="805"/>
                  </a:lnTo>
                  <a:lnTo>
                    <a:pt x="1497" y="941"/>
                  </a:lnTo>
                  <a:lnTo>
                    <a:pt x="1111" y="1089"/>
                  </a:lnTo>
                  <a:lnTo>
                    <a:pt x="737" y="1259"/>
                  </a:lnTo>
                  <a:lnTo>
                    <a:pt x="374" y="1429"/>
                  </a:lnTo>
                  <a:lnTo>
                    <a:pt x="23" y="1610"/>
                  </a:lnTo>
                  <a:lnTo>
                    <a:pt x="0" y="2676"/>
                  </a:lnTo>
                  <a:lnTo>
                    <a:pt x="0" y="3753"/>
                  </a:lnTo>
                  <a:lnTo>
                    <a:pt x="0" y="4819"/>
                  </a:lnTo>
                  <a:lnTo>
                    <a:pt x="11" y="5896"/>
                  </a:lnTo>
                  <a:lnTo>
                    <a:pt x="34" y="6974"/>
                  </a:lnTo>
                  <a:lnTo>
                    <a:pt x="68" y="8062"/>
                  </a:lnTo>
                  <a:lnTo>
                    <a:pt x="113" y="9139"/>
                  </a:lnTo>
                  <a:lnTo>
                    <a:pt x="170" y="10216"/>
                  </a:lnTo>
                  <a:lnTo>
                    <a:pt x="238" y="11305"/>
                  </a:lnTo>
                  <a:lnTo>
                    <a:pt x="329" y="12394"/>
                  </a:lnTo>
                  <a:lnTo>
                    <a:pt x="420" y="13471"/>
                  </a:lnTo>
                  <a:lnTo>
                    <a:pt x="522" y="14559"/>
                  </a:lnTo>
                  <a:lnTo>
                    <a:pt x="635" y="15636"/>
                  </a:lnTo>
                  <a:lnTo>
                    <a:pt x="771" y="16714"/>
                  </a:lnTo>
                  <a:lnTo>
                    <a:pt x="907" y="17802"/>
                  </a:lnTo>
                  <a:lnTo>
                    <a:pt x="1055" y="18879"/>
                  </a:lnTo>
                  <a:lnTo>
                    <a:pt x="1225" y="19957"/>
                  </a:lnTo>
                  <a:lnTo>
                    <a:pt x="1395" y="21022"/>
                  </a:lnTo>
                  <a:lnTo>
                    <a:pt x="1588" y="22100"/>
                  </a:lnTo>
                  <a:lnTo>
                    <a:pt x="1780" y="23165"/>
                  </a:lnTo>
                  <a:lnTo>
                    <a:pt x="1984" y="24231"/>
                  </a:lnTo>
                  <a:lnTo>
                    <a:pt x="2211" y="25297"/>
                  </a:lnTo>
                  <a:lnTo>
                    <a:pt x="2449" y="26352"/>
                  </a:lnTo>
                  <a:lnTo>
                    <a:pt x="2687" y="27406"/>
                  </a:lnTo>
                  <a:lnTo>
                    <a:pt x="2948" y="28449"/>
                  </a:lnTo>
                  <a:lnTo>
                    <a:pt x="3209" y="29493"/>
                  </a:lnTo>
                  <a:lnTo>
                    <a:pt x="3492" y="30536"/>
                  </a:lnTo>
                  <a:lnTo>
                    <a:pt x="3787" y="31568"/>
                  </a:lnTo>
                  <a:lnTo>
                    <a:pt x="4093" y="32599"/>
                  </a:lnTo>
                  <a:lnTo>
                    <a:pt x="4400" y="33620"/>
                  </a:lnTo>
                  <a:lnTo>
                    <a:pt x="4728" y="34629"/>
                  </a:lnTo>
                  <a:lnTo>
                    <a:pt x="5069" y="35638"/>
                  </a:lnTo>
                  <a:lnTo>
                    <a:pt x="5137" y="35706"/>
                  </a:lnTo>
                  <a:lnTo>
                    <a:pt x="5193" y="35774"/>
                  </a:lnTo>
                  <a:lnTo>
                    <a:pt x="5239" y="35842"/>
                  </a:lnTo>
                  <a:lnTo>
                    <a:pt x="5295" y="35933"/>
                  </a:lnTo>
                  <a:lnTo>
                    <a:pt x="5375" y="36103"/>
                  </a:lnTo>
                  <a:lnTo>
                    <a:pt x="5454" y="36296"/>
                  </a:lnTo>
                  <a:lnTo>
                    <a:pt x="5533" y="36489"/>
                  </a:lnTo>
                  <a:lnTo>
                    <a:pt x="5613" y="36670"/>
                  </a:lnTo>
                  <a:lnTo>
                    <a:pt x="5704" y="36840"/>
                  </a:lnTo>
                  <a:lnTo>
                    <a:pt x="5760" y="36919"/>
                  </a:lnTo>
                  <a:lnTo>
                    <a:pt x="5817" y="36987"/>
                  </a:lnTo>
                  <a:lnTo>
                    <a:pt x="5874" y="37056"/>
                  </a:lnTo>
                  <a:lnTo>
                    <a:pt x="5953" y="37112"/>
                  </a:lnTo>
                  <a:lnTo>
                    <a:pt x="6134" y="37248"/>
                  </a:lnTo>
                  <a:lnTo>
                    <a:pt x="6350" y="37362"/>
                  </a:lnTo>
                  <a:lnTo>
                    <a:pt x="6463" y="37418"/>
                  </a:lnTo>
                  <a:lnTo>
                    <a:pt x="6565" y="37464"/>
                  </a:lnTo>
                  <a:lnTo>
                    <a:pt x="6679" y="37498"/>
                  </a:lnTo>
                  <a:lnTo>
                    <a:pt x="6781" y="37520"/>
                  </a:lnTo>
                  <a:lnTo>
                    <a:pt x="6883" y="37532"/>
                  </a:lnTo>
                  <a:lnTo>
                    <a:pt x="6973" y="37520"/>
                  </a:lnTo>
                  <a:lnTo>
                    <a:pt x="7053" y="37509"/>
                  </a:lnTo>
                  <a:lnTo>
                    <a:pt x="7121" y="37475"/>
                  </a:lnTo>
                  <a:lnTo>
                    <a:pt x="7178" y="37418"/>
                  </a:lnTo>
                  <a:lnTo>
                    <a:pt x="7223" y="37350"/>
                  </a:lnTo>
                  <a:lnTo>
                    <a:pt x="7495" y="36636"/>
                  </a:lnTo>
                  <a:lnTo>
                    <a:pt x="7756" y="35910"/>
                  </a:lnTo>
                  <a:lnTo>
                    <a:pt x="8017" y="35196"/>
                  </a:lnTo>
                  <a:lnTo>
                    <a:pt x="8255" y="34470"/>
                  </a:lnTo>
                  <a:lnTo>
                    <a:pt x="8493" y="33745"/>
                  </a:lnTo>
                  <a:lnTo>
                    <a:pt x="8720" y="33008"/>
                  </a:lnTo>
                  <a:lnTo>
                    <a:pt x="8935" y="32282"/>
                  </a:lnTo>
                  <a:lnTo>
                    <a:pt x="9151" y="31545"/>
                  </a:lnTo>
                  <a:lnTo>
                    <a:pt x="9343" y="30796"/>
                  </a:lnTo>
                  <a:lnTo>
                    <a:pt x="9536" y="30059"/>
                  </a:lnTo>
                  <a:lnTo>
                    <a:pt x="9717" y="29311"/>
                  </a:lnTo>
                  <a:lnTo>
                    <a:pt x="9888" y="28563"/>
                  </a:lnTo>
                  <a:lnTo>
                    <a:pt x="10058" y="27814"/>
                  </a:lnTo>
                  <a:lnTo>
                    <a:pt x="10205" y="27066"/>
                  </a:lnTo>
                  <a:lnTo>
                    <a:pt x="10352" y="26306"/>
                  </a:lnTo>
                  <a:lnTo>
                    <a:pt x="10489" y="25558"/>
                  </a:lnTo>
                  <a:lnTo>
                    <a:pt x="10613" y="24798"/>
                  </a:lnTo>
                  <a:lnTo>
                    <a:pt x="10727" y="24039"/>
                  </a:lnTo>
                  <a:lnTo>
                    <a:pt x="10829" y="23279"/>
                  </a:lnTo>
                  <a:lnTo>
                    <a:pt x="10931" y="22519"/>
                  </a:lnTo>
                  <a:lnTo>
                    <a:pt x="11021" y="21748"/>
                  </a:lnTo>
                  <a:lnTo>
                    <a:pt x="11089" y="20988"/>
                  </a:lnTo>
                  <a:lnTo>
                    <a:pt x="11169" y="20217"/>
                  </a:lnTo>
                  <a:lnTo>
                    <a:pt x="11226" y="19458"/>
                  </a:lnTo>
                  <a:lnTo>
                    <a:pt x="11271" y="18687"/>
                  </a:lnTo>
                  <a:lnTo>
                    <a:pt x="11316" y="17916"/>
                  </a:lnTo>
                  <a:lnTo>
                    <a:pt x="11339" y="17156"/>
                  </a:lnTo>
                  <a:lnTo>
                    <a:pt x="11362" y="16385"/>
                  </a:lnTo>
                  <a:lnTo>
                    <a:pt x="11373" y="15614"/>
                  </a:lnTo>
                  <a:lnTo>
                    <a:pt x="11373" y="14843"/>
                  </a:lnTo>
                  <a:lnTo>
                    <a:pt x="11373" y="14072"/>
                  </a:lnTo>
                  <a:lnTo>
                    <a:pt x="11350" y="13312"/>
                  </a:lnTo>
                  <a:lnTo>
                    <a:pt x="11316" y="12382"/>
                  </a:lnTo>
                  <a:lnTo>
                    <a:pt x="11260" y="11452"/>
                  </a:lnTo>
                  <a:lnTo>
                    <a:pt x="11180" y="10534"/>
                  </a:lnTo>
                  <a:lnTo>
                    <a:pt x="11135" y="10069"/>
                  </a:lnTo>
                  <a:lnTo>
                    <a:pt x="11078" y="9616"/>
                  </a:lnTo>
                  <a:lnTo>
                    <a:pt x="11021" y="9151"/>
                  </a:lnTo>
                  <a:lnTo>
                    <a:pt x="10942" y="8697"/>
                  </a:lnTo>
                  <a:lnTo>
                    <a:pt x="10863" y="8244"/>
                  </a:lnTo>
                  <a:lnTo>
                    <a:pt x="10772" y="7790"/>
                  </a:lnTo>
                  <a:lnTo>
                    <a:pt x="10670" y="7336"/>
                  </a:lnTo>
                  <a:lnTo>
                    <a:pt x="10557" y="6894"/>
                  </a:lnTo>
                  <a:lnTo>
                    <a:pt x="10443" y="6452"/>
                  </a:lnTo>
                  <a:lnTo>
                    <a:pt x="10307" y="6010"/>
                  </a:lnTo>
                  <a:lnTo>
                    <a:pt x="10160" y="5568"/>
                  </a:lnTo>
                  <a:lnTo>
                    <a:pt x="10001" y="5137"/>
                  </a:lnTo>
                  <a:lnTo>
                    <a:pt x="9831" y="4706"/>
                  </a:lnTo>
                  <a:lnTo>
                    <a:pt x="9638" y="4286"/>
                  </a:lnTo>
                  <a:lnTo>
                    <a:pt x="9445" y="3867"/>
                  </a:lnTo>
                  <a:lnTo>
                    <a:pt x="9230" y="3459"/>
                  </a:lnTo>
                  <a:lnTo>
                    <a:pt x="9003" y="3062"/>
                  </a:lnTo>
                  <a:lnTo>
                    <a:pt x="8765" y="2676"/>
                  </a:lnTo>
                  <a:lnTo>
                    <a:pt x="8516" y="2291"/>
                  </a:lnTo>
                  <a:lnTo>
                    <a:pt x="8243" y="1928"/>
                  </a:lnTo>
                  <a:lnTo>
                    <a:pt x="7971" y="1565"/>
                  </a:lnTo>
                  <a:lnTo>
                    <a:pt x="7676" y="1225"/>
                  </a:lnTo>
                  <a:lnTo>
                    <a:pt x="7359" y="896"/>
                  </a:lnTo>
                  <a:lnTo>
                    <a:pt x="7042" y="578"/>
                  </a:lnTo>
                  <a:lnTo>
                    <a:pt x="6701" y="28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1578895" y="3277809"/>
              <a:ext cx="385175" cy="1271115"/>
            </a:xfrm>
            <a:custGeom>
              <a:rect b="b" l="l" r="r" t="t"/>
              <a:pathLst>
                <a:path extrusionOk="0" fill="none" h="37532" w="11373">
                  <a:moveTo>
                    <a:pt x="7223" y="37350"/>
                  </a:moveTo>
                  <a:lnTo>
                    <a:pt x="7223" y="37350"/>
                  </a:lnTo>
                  <a:lnTo>
                    <a:pt x="7495" y="36636"/>
                  </a:lnTo>
                  <a:lnTo>
                    <a:pt x="7756" y="35910"/>
                  </a:lnTo>
                  <a:lnTo>
                    <a:pt x="8017" y="35196"/>
                  </a:lnTo>
                  <a:lnTo>
                    <a:pt x="8255" y="34470"/>
                  </a:lnTo>
                  <a:lnTo>
                    <a:pt x="8493" y="33745"/>
                  </a:lnTo>
                  <a:lnTo>
                    <a:pt x="8720" y="33008"/>
                  </a:lnTo>
                  <a:lnTo>
                    <a:pt x="8935" y="32282"/>
                  </a:lnTo>
                  <a:lnTo>
                    <a:pt x="9151" y="31545"/>
                  </a:lnTo>
                  <a:lnTo>
                    <a:pt x="9343" y="30796"/>
                  </a:lnTo>
                  <a:lnTo>
                    <a:pt x="9536" y="30059"/>
                  </a:lnTo>
                  <a:lnTo>
                    <a:pt x="9717" y="29311"/>
                  </a:lnTo>
                  <a:lnTo>
                    <a:pt x="9888" y="28563"/>
                  </a:lnTo>
                  <a:lnTo>
                    <a:pt x="10058" y="27814"/>
                  </a:lnTo>
                  <a:lnTo>
                    <a:pt x="10205" y="27066"/>
                  </a:lnTo>
                  <a:lnTo>
                    <a:pt x="10352" y="26306"/>
                  </a:lnTo>
                  <a:lnTo>
                    <a:pt x="10489" y="25558"/>
                  </a:lnTo>
                  <a:lnTo>
                    <a:pt x="10613" y="24798"/>
                  </a:lnTo>
                  <a:lnTo>
                    <a:pt x="10727" y="24039"/>
                  </a:lnTo>
                  <a:lnTo>
                    <a:pt x="10829" y="23279"/>
                  </a:lnTo>
                  <a:lnTo>
                    <a:pt x="10931" y="22519"/>
                  </a:lnTo>
                  <a:lnTo>
                    <a:pt x="11021" y="21748"/>
                  </a:lnTo>
                  <a:lnTo>
                    <a:pt x="11089" y="20988"/>
                  </a:lnTo>
                  <a:lnTo>
                    <a:pt x="11169" y="20217"/>
                  </a:lnTo>
                  <a:lnTo>
                    <a:pt x="11226" y="19458"/>
                  </a:lnTo>
                  <a:lnTo>
                    <a:pt x="11271" y="18687"/>
                  </a:lnTo>
                  <a:lnTo>
                    <a:pt x="11316" y="17916"/>
                  </a:lnTo>
                  <a:lnTo>
                    <a:pt x="11339" y="17156"/>
                  </a:lnTo>
                  <a:lnTo>
                    <a:pt x="11362" y="16385"/>
                  </a:lnTo>
                  <a:lnTo>
                    <a:pt x="11373" y="15614"/>
                  </a:lnTo>
                  <a:lnTo>
                    <a:pt x="11373" y="14843"/>
                  </a:lnTo>
                  <a:lnTo>
                    <a:pt x="11373" y="14072"/>
                  </a:lnTo>
                  <a:lnTo>
                    <a:pt x="11350" y="13312"/>
                  </a:lnTo>
                  <a:lnTo>
                    <a:pt x="11350" y="13312"/>
                  </a:lnTo>
                  <a:lnTo>
                    <a:pt x="11316" y="12382"/>
                  </a:lnTo>
                  <a:lnTo>
                    <a:pt x="11260" y="11452"/>
                  </a:lnTo>
                  <a:lnTo>
                    <a:pt x="11180" y="10534"/>
                  </a:lnTo>
                  <a:lnTo>
                    <a:pt x="11135" y="10069"/>
                  </a:lnTo>
                  <a:lnTo>
                    <a:pt x="11078" y="9616"/>
                  </a:lnTo>
                  <a:lnTo>
                    <a:pt x="11021" y="9151"/>
                  </a:lnTo>
                  <a:lnTo>
                    <a:pt x="10942" y="8697"/>
                  </a:lnTo>
                  <a:lnTo>
                    <a:pt x="10863" y="8244"/>
                  </a:lnTo>
                  <a:lnTo>
                    <a:pt x="10772" y="7790"/>
                  </a:lnTo>
                  <a:lnTo>
                    <a:pt x="10670" y="7336"/>
                  </a:lnTo>
                  <a:lnTo>
                    <a:pt x="10557" y="6894"/>
                  </a:lnTo>
                  <a:lnTo>
                    <a:pt x="10443" y="6452"/>
                  </a:lnTo>
                  <a:lnTo>
                    <a:pt x="10307" y="6010"/>
                  </a:lnTo>
                  <a:lnTo>
                    <a:pt x="10307" y="6010"/>
                  </a:lnTo>
                  <a:lnTo>
                    <a:pt x="10160" y="5568"/>
                  </a:lnTo>
                  <a:lnTo>
                    <a:pt x="10001" y="5137"/>
                  </a:lnTo>
                  <a:lnTo>
                    <a:pt x="9831" y="4706"/>
                  </a:lnTo>
                  <a:lnTo>
                    <a:pt x="9638" y="4286"/>
                  </a:lnTo>
                  <a:lnTo>
                    <a:pt x="9445" y="3867"/>
                  </a:lnTo>
                  <a:lnTo>
                    <a:pt x="9230" y="3459"/>
                  </a:lnTo>
                  <a:lnTo>
                    <a:pt x="9003" y="3062"/>
                  </a:lnTo>
                  <a:lnTo>
                    <a:pt x="8765" y="2676"/>
                  </a:lnTo>
                  <a:lnTo>
                    <a:pt x="8516" y="2291"/>
                  </a:lnTo>
                  <a:lnTo>
                    <a:pt x="8243" y="1928"/>
                  </a:lnTo>
                  <a:lnTo>
                    <a:pt x="7971" y="1565"/>
                  </a:lnTo>
                  <a:lnTo>
                    <a:pt x="7676" y="1225"/>
                  </a:lnTo>
                  <a:lnTo>
                    <a:pt x="7359" y="896"/>
                  </a:lnTo>
                  <a:lnTo>
                    <a:pt x="7042" y="578"/>
                  </a:lnTo>
                  <a:lnTo>
                    <a:pt x="6701" y="284"/>
                  </a:lnTo>
                  <a:lnTo>
                    <a:pt x="6350" y="0"/>
                  </a:lnTo>
                  <a:lnTo>
                    <a:pt x="6350" y="0"/>
                  </a:lnTo>
                  <a:lnTo>
                    <a:pt x="5964" y="12"/>
                  </a:lnTo>
                  <a:lnTo>
                    <a:pt x="5567" y="34"/>
                  </a:lnTo>
                  <a:lnTo>
                    <a:pt x="5159" y="80"/>
                  </a:lnTo>
                  <a:lnTo>
                    <a:pt x="4751" y="125"/>
                  </a:lnTo>
                  <a:lnTo>
                    <a:pt x="4343" y="182"/>
                  </a:lnTo>
                  <a:lnTo>
                    <a:pt x="3935" y="261"/>
                  </a:lnTo>
                  <a:lnTo>
                    <a:pt x="3515" y="340"/>
                  </a:lnTo>
                  <a:lnTo>
                    <a:pt x="3107" y="442"/>
                  </a:lnTo>
                  <a:lnTo>
                    <a:pt x="2699" y="556"/>
                  </a:lnTo>
                  <a:lnTo>
                    <a:pt x="2291" y="669"/>
                  </a:lnTo>
                  <a:lnTo>
                    <a:pt x="1894" y="805"/>
                  </a:lnTo>
                  <a:lnTo>
                    <a:pt x="1497" y="941"/>
                  </a:lnTo>
                  <a:lnTo>
                    <a:pt x="1111" y="1089"/>
                  </a:lnTo>
                  <a:lnTo>
                    <a:pt x="737" y="1259"/>
                  </a:lnTo>
                  <a:lnTo>
                    <a:pt x="374" y="1429"/>
                  </a:lnTo>
                  <a:lnTo>
                    <a:pt x="23" y="1610"/>
                  </a:lnTo>
                  <a:lnTo>
                    <a:pt x="23" y="1610"/>
                  </a:lnTo>
                  <a:lnTo>
                    <a:pt x="0" y="2676"/>
                  </a:lnTo>
                  <a:lnTo>
                    <a:pt x="0" y="3753"/>
                  </a:lnTo>
                  <a:lnTo>
                    <a:pt x="0" y="4819"/>
                  </a:lnTo>
                  <a:lnTo>
                    <a:pt x="11" y="5896"/>
                  </a:lnTo>
                  <a:lnTo>
                    <a:pt x="34" y="6974"/>
                  </a:lnTo>
                  <a:lnTo>
                    <a:pt x="68" y="8062"/>
                  </a:lnTo>
                  <a:lnTo>
                    <a:pt x="113" y="9139"/>
                  </a:lnTo>
                  <a:lnTo>
                    <a:pt x="170" y="10216"/>
                  </a:lnTo>
                  <a:lnTo>
                    <a:pt x="238" y="11305"/>
                  </a:lnTo>
                  <a:lnTo>
                    <a:pt x="329" y="12394"/>
                  </a:lnTo>
                  <a:lnTo>
                    <a:pt x="420" y="13471"/>
                  </a:lnTo>
                  <a:lnTo>
                    <a:pt x="522" y="14559"/>
                  </a:lnTo>
                  <a:lnTo>
                    <a:pt x="635" y="15636"/>
                  </a:lnTo>
                  <a:lnTo>
                    <a:pt x="771" y="16714"/>
                  </a:lnTo>
                  <a:lnTo>
                    <a:pt x="907" y="17802"/>
                  </a:lnTo>
                  <a:lnTo>
                    <a:pt x="1055" y="18879"/>
                  </a:lnTo>
                  <a:lnTo>
                    <a:pt x="1225" y="19957"/>
                  </a:lnTo>
                  <a:lnTo>
                    <a:pt x="1395" y="21022"/>
                  </a:lnTo>
                  <a:lnTo>
                    <a:pt x="1588" y="22100"/>
                  </a:lnTo>
                  <a:lnTo>
                    <a:pt x="1780" y="23165"/>
                  </a:lnTo>
                  <a:lnTo>
                    <a:pt x="1984" y="24231"/>
                  </a:lnTo>
                  <a:lnTo>
                    <a:pt x="2211" y="25297"/>
                  </a:lnTo>
                  <a:lnTo>
                    <a:pt x="2449" y="26352"/>
                  </a:lnTo>
                  <a:lnTo>
                    <a:pt x="2687" y="27406"/>
                  </a:lnTo>
                  <a:lnTo>
                    <a:pt x="2948" y="28449"/>
                  </a:lnTo>
                  <a:lnTo>
                    <a:pt x="3209" y="29493"/>
                  </a:lnTo>
                  <a:lnTo>
                    <a:pt x="3492" y="30536"/>
                  </a:lnTo>
                  <a:lnTo>
                    <a:pt x="3787" y="31568"/>
                  </a:lnTo>
                  <a:lnTo>
                    <a:pt x="4093" y="32599"/>
                  </a:lnTo>
                  <a:lnTo>
                    <a:pt x="4400" y="33620"/>
                  </a:lnTo>
                  <a:lnTo>
                    <a:pt x="4728" y="34629"/>
                  </a:lnTo>
                  <a:lnTo>
                    <a:pt x="5069" y="35638"/>
                  </a:lnTo>
                  <a:lnTo>
                    <a:pt x="5069" y="35638"/>
                  </a:lnTo>
                  <a:lnTo>
                    <a:pt x="5137" y="35706"/>
                  </a:lnTo>
                  <a:lnTo>
                    <a:pt x="5193" y="35774"/>
                  </a:lnTo>
                  <a:lnTo>
                    <a:pt x="5239" y="35842"/>
                  </a:lnTo>
                  <a:lnTo>
                    <a:pt x="5295" y="35933"/>
                  </a:lnTo>
                  <a:lnTo>
                    <a:pt x="5375" y="36103"/>
                  </a:lnTo>
                  <a:lnTo>
                    <a:pt x="5454" y="36296"/>
                  </a:lnTo>
                  <a:lnTo>
                    <a:pt x="5533" y="36489"/>
                  </a:lnTo>
                  <a:lnTo>
                    <a:pt x="5613" y="36670"/>
                  </a:lnTo>
                  <a:lnTo>
                    <a:pt x="5704" y="36840"/>
                  </a:lnTo>
                  <a:lnTo>
                    <a:pt x="5760" y="36919"/>
                  </a:lnTo>
                  <a:lnTo>
                    <a:pt x="5817" y="36987"/>
                  </a:lnTo>
                  <a:lnTo>
                    <a:pt x="5817" y="36987"/>
                  </a:lnTo>
                  <a:lnTo>
                    <a:pt x="5874" y="37056"/>
                  </a:lnTo>
                  <a:lnTo>
                    <a:pt x="5953" y="37112"/>
                  </a:lnTo>
                  <a:lnTo>
                    <a:pt x="6134" y="37248"/>
                  </a:lnTo>
                  <a:lnTo>
                    <a:pt x="6350" y="37362"/>
                  </a:lnTo>
                  <a:lnTo>
                    <a:pt x="6463" y="37418"/>
                  </a:lnTo>
                  <a:lnTo>
                    <a:pt x="6565" y="37464"/>
                  </a:lnTo>
                  <a:lnTo>
                    <a:pt x="6679" y="37498"/>
                  </a:lnTo>
                  <a:lnTo>
                    <a:pt x="6781" y="37520"/>
                  </a:lnTo>
                  <a:lnTo>
                    <a:pt x="6883" y="37532"/>
                  </a:lnTo>
                  <a:lnTo>
                    <a:pt x="6973" y="37520"/>
                  </a:lnTo>
                  <a:lnTo>
                    <a:pt x="7053" y="37509"/>
                  </a:lnTo>
                  <a:lnTo>
                    <a:pt x="7121" y="37475"/>
                  </a:lnTo>
                  <a:lnTo>
                    <a:pt x="7178" y="37418"/>
                  </a:lnTo>
                  <a:lnTo>
                    <a:pt x="7223" y="3735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1312772" y="2358873"/>
              <a:ext cx="722360" cy="994248"/>
            </a:xfrm>
            <a:custGeom>
              <a:rect b="b" l="l" r="r" t="t"/>
              <a:pathLst>
                <a:path extrusionOk="0" h="29357" w="21329">
                  <a:moveTo>
                    <a:pt x="11781" y="0"/>
                  </a:moveTo>
                  <a:lnTo>
                    <a:pt x="11657" y="12"/>
                  </a:lnTo>
                  <a:lnTo>
                    <a:pt x="11543" y="34"/>
                  </a:lnTo>
                  <a:lnTo>
                    <a:pt x="11430" y="68"/>
                  </a:lnTo>
                  <a:lnTo>
                    <a:pt x="6010" y="193"/>
                  </a:lnTo>
                  <a:lnTo>
                    <a:pt x="5670" y="295"/>
                  </a:lnTo>
                  <a:lnTo>
                    <a:pt x="4865" y="545"/>
                  </a:lnTo>
                  <a:lnTo>
                    <a:pt x="4377" y="703"/>
                  </a:lnTo>
                  <a:lnTo>
                    <a:pt x="3889" y="873"/>
                  </a:lnTo>
                  <a:lnTo>
                    <a:pt x="3436" y="1055"/>
                  </a:lnTo>
                  <a:lnTo>
                    <a:pt x="3243" y="1146"/>
                  </a:lnTo>
                  <a:lnTo>
                    <a:pt x="3062" y="1236"/>
                  </a:lnTo>
                  <a:lnTo>
                    <a:pt x="2710" y="1440"/>
                  </a:lnTo>
                  <a:lnTo>
                    <a:pt x="2381" y="1633"/>
                  </a:lnTo>
                  <a:lnTo>
                    <a:pt x="2064" y="1837"/>
                  </a:lnTo>
                  <a:lnTo>
                    <a:pt x="1780" y="2053"/>
                  </a:lnTo>
                  <a:lnTo>
                    <a:pt x="1520" y="2268"/>
                  </a:lnTo>
                  <a:lnTo>
                    <a:pt x="1270" y="2506"/>
                  </a:lnTo>
                  <a:lnTo>
                    <a:pt x="1055" y="2744"/>
                  </a:lnTo>
                  <a:lnTo>
                    <a:pt x="851" y="2994"/>
                  </a:lnTo>
                  <a:lnTo>
                    <a:pt x="669" y="3255"/>
                  </a:lnTo>
                  <a:lnTo>
                    <a:pt x="522" y="3538"/>
                  </a:lnTo>
                  <a:lnTo>
                    <a:pt x="374" y="3833"/>
                  </a:lnTo>
                  <a:lnTo>
                    <a:pt x="261" y="4150"/>
                  </a:lnTo>
                  <a:lnTo>
                    <a:pt x="170" y="4479"/>
                  </a:lnTo>
                  <a:lnTo>
                    <a:pt x="91" y="4842"/>
                  </a:lnTo>
                  <a:lnTo>
                    <a:pt x="34" y="5216"/>
                  </a:lnTo>
                  <a:lnTo>
                    <a:pt x="0" y="5613"/>
                  </a:lnTo>
                  <a:lnTo>
                    <a:pt x="57" y="6282"/>
                  </a:lnTo>
                  <a:lnTo>
                    <a:pt x="114" y="6951"/>
                  </a:lnTo>
                  <a:lnTo>
                    <a:pt x="193" y="7631"/>
                  </a:lnTo>
                  <a:lnTo>
                    <a:pt x="272" y="8300"/>
                  </a:lnTo>
                  <a:lnTo>
                    <a:pt x="363" y="8981"/>
                  </a:lnTo>
                  <a:lnTo>
                    <a:pt x="465" y="9661"/>
                  </a:lnTo>
                  <a:lnTo>
                    <a:pt x="579" y="10330"/>
                  </a:lnTo>
                  <a:lnTo>
                    <a:pt x="692" y="11010"/>
                  </a:lnTo>
                  <a:lnTo>
                    <a:pt x="941" y="12348"/>
                  </a:lnTo>
                  <a:lnTo>
                    <a:pt x="1214" y="13675"/>
                  </a:lnTo>
                  <a:lnTo>
                    <a:pt x="1508" y="14979"/>
                  </a:lnTo>
                  <a:lnTo>
                    <a:pt x="1803" y="16249"/>
                  </a:lnTo>
                  <a:lnTo>
                    <a:pt x="2109" y="17485"/>
                  </a:lnTo>
                  <a:lnTo>
                    <a:pt x="2415" y="18664"/>
                  </a:lnTo>
                  <a:lnTo>
                    <a:pt x="2722" y="19798"/>
                  </a:lnTo>
                  <a:lnTo>
                    <a:pt x="3016" y="20864"/>
                  </a:lnTo>
                  <a:lnTo>
                    <a:pt x="3561" y="22791"/>
                  </a:lnTo>
                  <a:lnTo>
                    <a:pt x="4014" y="24390"/>
                  </a:lnTo>
                  <a:lnTo>
                    <a:pt x="9117" y="29357"/>
                  </a:lnTo>
                  <a:lnTo>
                    <a:pt x="9128" y="29357"/>
                  </a:lnTo>
                  <a:lnTo>
                    <a:pt x="9185" y="29345"/>
                  </a:lnTo>
                  <a:lnTo>
                    <a:pt x="9423" y="29277"/>
                  </a:lnTo>
                  <a:lnTo>
                    <a:pt x="10296" y="29005"/>
                  </a:lnTo>
                  <a:lnTo>
                    <a:pt x="11509" y="28608"/>
                  </a:lnTo>
                  <a:lnTo>
                    <a:pt x="12859" y="28132"/>
                  </a:lnTo>
                  <a:lnTo>
                    <a:pt x="13528" y="27894"/>
                  </a:lnTo>
                  <a:lnTo>
                    <a:pt x="14151" y="27667"/>
                  </a:lnTo>
                  <a:lnTo>
                    <a:pt x="14718" y="27452"/>
                  </a:lnTo>
                  <a:lnTo>
                    <a:pt x="15183" y="27248"/>
                  </a:lnTo>
                  <a:lnTo>
                    <a:pt x="15534" y="27089"/>
                  </a:lnTo>
                  <a:lnTo>
                    <a:pt x="15648" y="27021"/>
                  </a:lnTo>
                  <a:lnTo>
                    <a:pt x="15739" y="26953"/>
                  </a:lnTo>
                  <a:lnTo>
                    <a:pt x="15773" y="26907"/>
                  </a:lnTo>
                  <a:lnTo>
                    <a:pt x="15784" y="26896"/>
                  </a:lnTo>
                  <a:lnTo>
                    <a:pt x="15773" y="26873"/>
                  </a:lnTo>
                  <a:lnTo>
                    <a:pt x="15750" y="26862"/>
                  </a:lnTo>
                  <a:lnTo>
                    <a:pt x="15716" y="26851"/>
                  </a:lnTo>
                  <a:lnTo>
                    <a:pt x="15614" y="26851"/>
                  </a:lnTo>
                  <a:lnTo>
                    <a:pt x="15795" y="26613"/>
                  </a:lnTo>
                  <a:lnTo>
                    <a:pt x="15977" y="26375"/>
                  </a:lnTo>
                  <a:lnTo>
                    <a:pt x="16135" y="26136"/>
                  </a:lnTo>
                  <a:lnTo>
                    <a:pt x="16294" y="25898"/>
                  </a:lnTo>
                  <a:lnTo>
                    <a:pt x="16442" y="25660"/>
                  </a:lnTo>
                  <a:lnTo>
                    <a:pt x="16589" y="25411"/>
                  </a:lnTo>
                  <a:lnTo>
                    <a:pt x="16714" y="25161"/>
                  </a:lnTo>
                  <a:lnTo>
                    <a:pt x="16850" y="24912"/>
                  </a:lnTo>
                  <a:lnTo>
                    <a:pt x="16963" y="24651"/>
                  </a:lnTo>
                  <a:lnTo>
                    <a:pt x="17077" y="24390"/>
                  </a:lnTo>
                  <a:lnTo>
                    <a:pt x="17292" y="23857"/>
                  </a:lnTo>
                  <a:lnTo>
                    <a:pt x="17485" y="23313"/>
                  </a:lnTo>
                  <a:lnTo>
                    <a:pt x="17666" y="22746"/>
                  </a:lnTo>
                  <a:lnTo>
                    <a:pt x="17836" y="22156"/>
                  </a:lnTo>
                  <a:lnTo>
                    <a:pt x="17995" y="21544"/>
                  </a:lnTo>
                  <a:lnTo>
                    <a:pt x="18154" y="20909"/>
                  </a:lnTo>
                  <a:lnTo>
                    <a:pt x="18312" y="20252"/>
                  </a:lnTo>
                  <a:lnTo>
                    <a:pt x="18641" y="18857"/>
                  </a:lnTo>
                  <a:lnTo>
                    <a:pt x="18811" y="18120"/>
                  </a:lnTo>
                  <a:lnTo>
                    <a:pt x="19004" y="17349"/>
                  </a:lnTo>
                  <a:lnTo>
                    <a:pt x="19242" y="17111"/>
                  </a:lnTo>
                  <a:lnTo>
                    <a:pt x="19469" y="16861"/>
                  </a:lnTo>
                  <a:lnTo>
                    <a:pt x="19673" y="16600"/>
                  </a:lnTo>
                  <a:lnTo>
                    <a:pt x="19866" y="16340"/>
                  </a:lnTo>
                  <a:lnTo>
                    <a:pt x="20059" y="16068"/>
                  </a:lnTo>
                  <a:lnTo>
                    <a:pt x="20229" y="15784"/>
                  </a:lnTo>
                  <a:lnTo>
                    <a:pt x="20387" y="15501"/>
                  </a:lnTo>
                  <a:lnTo>
                    <a:pt x="20535" y="15217"/>
                  </a:lnTo>
                  <a:lnTo>
                    <a:pt x="20660" y="14922"/>
                  </a:lnTo>
                  <a:lnTo>
                    <a:pt x="20784" y="14616"/>
                  </a:lnTo>
                  <a:lnTo>
                    <a:pt x="20898" y="14310"/>
                  </a:lnTo>
                  <a:lnTo>
                    <a:pt x="20988" y="14004"/>
                  </a:lnTo>
                  <a:lnTo>
                    <a:pt x="21079" y="13686"/>
                  </a:lnTo>
                  <a:lnTo>
                    <a:pt x="21147" y="13369"/>
                  </a:lnTo>
                  <a:lnTo>
                    <a:pt x="21204" y="13051"/>
                  </a:lnTo>
                  <a:lnTo>
                    <a:pt x="21249" y="12723"/>
                  </a:lnTo>
                  <a:lnTo>
                    <a:pt x="21295" y="12405"/>
                  </a:lnTo>
                  <a:lnTo>
                    <a:pt x="21317" y="12076"/>
                  </a:lnTo>
                  <a:lnTo>
                    <a:pt x="21329" y="11747"/>
                  </a:lnTo>
                  <a:lnTo>
                    <a:pt x="21329" y="11419"/>
                  </a:lnTo>
                  <a:lnTo>
                    <a:pt x="21317" y="11090"/>
                  </a:lnTo>
                  <a:lnTo>
                    <a:pt x="21295" y="10750"/>
                  </a:lnTo>
                  <a:lnTo>
                    <a:pt x="21261" y="10421"/>
                  </a:lnTo>
                  <a:lnTo>
                    <a:pt x="21204" y="10092"/>
                  </a:lnTo>
                  <a:lnTo>
                    <a:pt x="21147" y="9763"/>
                  </a:lnTo>
                  <a:lnTo>
                    <a:pt x="21079" y="9446"/>
                  </a:lnTo>
                  <a:lnTo>
                    <a:pt x="21000" y="9117"/>
                  </a:lnTo>
                  <a:lnTo>
                    <a:pt x="20909" y="8799"/>
                  </a:lnTo>
                  <a:lnTo>
                    <a:pt x="20807" y="8482"/>
                  </a:lnTo>
                  <a:lnTo>
                    <a:pt x="20694" y="8164"/>
                  </a:lnTo>
                  <a:lnTo>
                    <a:pt x="20558" y="7847"/>
                  </a:lnTo>
                  <a:lnTo>
                    <a:pt x="20422" y="7541"/>
                  </a:lnTo>
                  <a:lnTo>
                    <a:pt x="20002" y="7257"/>
                  </a:lnTo>
                  <a:lnTo>
                    <a:pt x="19594" y="6962"/>
                  </a:lnTo>
                  <a:lnTo>
                    <a:pt x="19186" y="6656"/>
                  </a:lnTo>
                  <a:lnTo>
                    <a:pt x="18789" y="6339"/>
                  </a:lnTo>
                  <a:lnTo>
                    <a:pt x="18392" y="6021"/>
                  </a:lnTo>
                  <a:lnTo>
                    <a:pt x="18006" y="5692"/>
                  </a:lnTo>
                  <a:lnTo>
                    <a:pt x="17632" y="5352"/>
                  </a:lnTo>
                  <a:lnTo>
                    <a:pt x="17258" y="5012"/>
                  </a:lnTo>
                  <a:lnTo>
                    <a:pt x="16895" y="4661"/>
                  </a:lnTo>
                  <a:lnTo>
                    <a:pt x="16532" y="4298"/>
                  </a:lnTo>
                  <a:lnTo>
                    <a:pt x="16181" y="3924"/>
                  </a:lnTo>
                  <a:lnTo>
                    <a:pt x="15841" y="3549"/>
                  </a:lnTo>
                  <a:lnTo>
                    <a:pt x="15512" y="3175"/>
                  </a:lnTo>
                  <a:lnTo>
                    <a:pt x="15183" y="2778"/>
                  </a:lnTo>
                  <a:lnTo>
                    <a:pt x="14865" y="2393"/>
                  </a:lnTo>
                  <a:lnTo>
                    <a:pt x="14548" y="1985"/>
                  </a:lnTo>
                  <a:lnTo>
                    <a:pt x="14253" y="1588"/>
                  </a:lnTo>
                  <a:lnTo>
                    <a:pt x="13958" y="1202"/>
                  </a:lnTo>
                  <a:lnTo>
                    <a:pt x="13788" y="1021"/>
                  </a:lnTo>
                  <a:lnTo>
                    <a:pt x="13630" y="839"/>
                  </a:lnTo>
                  <a:lnTo>
                    <a:pt x="13448" y="669"/>
                  </a:lnTo>
                  <a:lnTo>
                    <a:pt x="13267" y="511"/>
                  </a:lnTo>
                  <a:lnTo>
                    <a:pt x="13063" y="375"/>
                  </a:lnTo>
                  <a:lnTo>
                    <a:pt x="12847" y="250"/>
                  </a:lnTo>
                  <a:lnTo>
                    <a:pt x="12620" y="148"/>
                  </a:lnTo>
                  <a:lnTo>
                    <a:pt x="12507" y="102"/>
                  </a:lnTo>
                  <a:lnTo>
                    <a:pt x="12382" y="68"/>
                  </a:lnTo>
                  <a:lnTo>
                    <a:pt x="12269" y="34"/>
                  </a:lnTo>
                  <a:lnTo>
                    <a:pt x="12144" y="12"/>
                  </a:lnTo>
                  <a:lnTo>
                    <a:pt x="12019" y="0"/>
                  </a:lnTo>
                  <a:close/>
                </a:path>
              </a:pathLst>
            </a:custGeom>
            <a:solidFill>
              <a:srgbClr val="7AB45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312772" y="2358873"/>
              <a:ext cx="722360" cy="994248"/>
            </a:xfrm>
            <a:custGeom>
              <a:rect b="b" l="l" r="r" t="t"/>
              <a:pathLst>
                <a:path extrusionOk="0" fill="none" h="29357" w="21329">
                  <a:moveTo>
                    <a:pt x="0" y="5613"/>
                  </a:moveTo>
                  <a:lnTo>
                    <a:pt x="0" y="5613"/>
                  </a:lnTo>
                  <a:lnTo>
                    <a:pt x="57" y="6282"/>
                  </a:lnTo>
                  <a:lnTo>
                    <a:pt x="114" y="6951"/>
                  </a:lnTo>
                  <a:lnTo>
                    <a:pt x="193" y="7631"/>
                  </a:lnTo>
                  <a:lnTo>
                    <a:pt x="272" y="8300"/>
                  </a:lnTo>
                  <a:lnTo>
                    <a:pt x="363" y="8981"/>
                  </a:lnTo>
                  <a:lnTo>
                    <a:pt x="465" y="9661"/>
                  </a:lnTo>
                  <a:lnTo>
                    <a:pt x="579" y="10330"/>
                  </a:lnTo>
                  <a:lnTo>
                    <a:pt x="692" y="11010"/>
                  </a:lnTo>
                  <a:lnTo>
                    <a:pt x="941" y="12348"/>
                  </a:lnTo>
                  <a:lnTo>
                    <a:pt x="1214" y="13675"/>
                  </a:lnTo>
                  <a:lnTo>
                    <a:pt x="1508" y="14979"/>
                  </a:lnTo>
                  <a:lnTo>
                    <a:pt x="1803" y="16249"/>
                  </a:lnTo>
                  <a:lnTo>
                    <a:pt x="2109" y="17485"/>
                  </a:lnTo>
                  <a:lnTo>
                    <a:pt x="2415" y="18664"/>
                  </a:lnTo>
                  <a:lnTo>
                    <a:pt x="2722" y="19798"/>
                  </a:lnTo>
                  <a:lnTo>
                    <a:pt x="3016" y="20864"/>
                  </a:lnTo>
                  <a:lnTo>
                    <a:pt x="3561" y="22791"/>
                  </a:lnTo>
                  <a:lnTo>
                    <a:pt x="4014" y="24390"/>
                  </a:lnTo>
                  <a:lnTo>
                    <a:pt x="9117" y="29357"/>
                  </a:lnTo>
                  <a:lnTo>
                    <a:pt x="9117" y="29357"/>
                  </a:lnTo>
                  <a:lnTo>
                    <a:pt x="9128" y="29357"/>
                  </a:lnTo>
                  <a:lnTo>
                    <a:pt x="9185" y="29345"/>
                  </a:lnTo>
                  <a:lnTo>
                    <a:pt x="9423" y="29277"/>
                  </a:lnTo>
                  <a:lnTo>
                    <a:pt x="10296" y="29005"/>
                  </a:lnTo>
                  <a:lnTo>
                    <a:pt x="11509" y="28608"/>
                  </a:lnTo>
                  <a:lnTo>
                    <a:pt x="12859" y="28132"/>
                  </a:lnTo>
                  <a:lnTo>
                    <a:pt x="13528" y="27894"/>
                  </a:lnTo>
                  <a:lnTo>
                    <a:pt x="14151" y="27667"/>
                  </a:lnTo>
                  <a:lnTo>
                    <a:pt x="14718" y="27452"/>
                  </a:lnTo>
                  <a:lnTo>
                    <a:pt x="15183" y="27248"/>
                  </a:lnTo>
                  <a:lnTo>
                    <a:pt x="15534" y="27089"/>
                  </a:lnTo>
                  <a:lnTo>
                    <a:pt x="15648" y="27021"/>
                  </a:lnTo>
                  <a:lnTo>
                    <a:pt x="15739" y="26953"/>
                  </a:lnTo>
                  <a:lnTo>
                    <a:pt x="15773" y="26907"/>
                  </a:lnTo>
                  <a:lnTo>
                    <a:pt x="15784" y="26896"/>
                  </a:lnTo>
                  <a:lnTo>
                    <a:pt x="15773" y="26873"/>
                  </a:lnTo>
                  <a:lnTo>
                    <a:pt x="15750" y="26862"/>
                  </a:lnTo>
                  <a:lnTo>
                    <a:pt x="15716" y="26851"/>
                  </a:lnTo>
                  <a:lnTo>
                    <a:pt x="15614" y="26851"/>
                  </a:lnTo>
                  <a:lnTo>
                    <a:pt x="15614" y="26851"/>
                  </a:lnTo>
                  <a:lnTo>
                    <a:pt x="15795" y="26613"/>
                  </a:lnTo>
                  <a:lnTo>
                    <a:pt x="15977" y="26375"/>
                  </a:lnTo>
                  <a:lnTo>
                    <a:pt x="16135" y="26136"/>
                  </a:lnTo>
                  <a:lnTo>
                    <a:pt x="16294" y="25898"/>
                  </a:lnTo>
                  <a:lnTo>
                    <a:pt x="16442" y="25660"/>
                  </a:lnTo>
                  <a:lnTo>
                    <a:pt x="16589" y="25411"/>
                  </a:lnTo>
                  <a:lnTo>
                    <a:pt x="16714" y="25161"/>
                  </a:lnTo>
                  <a:lnTo>
                    <a:pt x="16850" y="24912"/>
                  </a:lnTo>
                  <a:lnTo>
                    <a:pt x="16963" y="24651"/>
                  </a:lnTo>
                  <a:lnTo>
                    <a:pt x="17077" y="24390"/>
                  </a:lnTo>
                  <a:lnTo>
                    <a:pt x="17292" y="23857"/>
                  </a:lnTo>
                  <a:lnTo>
                    <a:pt x="17485" y="23313"/>
                  </a:lnTo>
                  <a:lnTo>
                    <a:pt x="17666" y="22746"/>
                  </a:lnTo>
                  <a:lnTo>
                    <a:pt x="17836" y="22156"/>
                  </a:lnTo>
                  <a:lnTo>
                    <a:pt x="17995" y="21544"/>
                  </a:lnTo>
                  <a:lnTo>
                    <a:pt x="18154" y="20909"/>
                  </a:lnTo>
                  <a:lnTo>
                    <a:pt x="18312" y="20252"/>
                  </a:lnTo>
                  <a:lnTo>
                    <a:pt x="18641" y="18857"/>
                  </a:lnTo>
                  <a:lnTo>
                    <a:pt x="18811" y="18120"/>
                  </a:lnTo>
                  <a:lnTo>
                    <a:pt x="19004" y="17349"/>
                  </a:lnTo>
                  <a:lnTo>
                    <a:pt x="19004" y="17349"/>
                  </a:lnTo>
                  <a:lnTo>
                    <a:pt x="19242" y="17111"/>
                  </a:lnTo>
                  <a:lnTo>
                    <a:pt x="19469" y="16861"/>
                  </a:lnTo>
                  <a:lnTo>
                    <a:pt x="19673" y="16600"/>
                  </a:lnTo>
                  <a:lnTo>
                    <a:pt x="19866" y="16340"/>
                  </a:lnTo>
                  <a:lnTo>
                    <a:pt x="20059" y="16068"/>
                  </a:lnTo>
                  <a:lnTo>
                    <a:pt x="20229" y="15784"/>
                  </a:lnTo>
                  <a:lnTo>
                    <a:pt x="20387" y="15501"/>
                  </a:lnTo>
                  <a:lnTo>
                    <a:pt x="20535" y="15217"/>
                  </a:lnTo>
                  <a:lnTo>
                    <a:pt x="20660" y="14922"/>
                  </a:lnTo>
                  <a:lnTo>
                    <a:pt x="20784" y="14616"/>
                  </a:lnTo>
                  <a:lnTo>
                    <a:pt x="20898" y="14310"/>
                  </a:lnTo>
                  <a:lnTo>
                    <a:pt x="20988" y="14004"/>
                  </a:lnTo>
                  <a:lnTo>
                    <a:pt x="21079" y="13686"/>
                  </a:lnTo>
                  <a:lnTo>
                    <a:pt x="21147" y="13369"/>
                  </a:lnTo>
                  <a:lnTo>
                    <a:pt x="21204" y="13051"/>
                  </a:lnTo>
                  <a:lnTo>
                    <a:pt x="21249" y="12723"/>
                  </a:lnTo>
                  <a:lnTo>
                    <a:pt x="21295" y="12405"/>
                  </a:lnTo>
                  <a:lnTo>
                    <a:pt x="21317" y="12076"/>
                  </a:lnTo>
                  <a:lnTo>
                    <a:pt x="21329" y="11747"/>
                  </a:lnTo>
                  <a:lnTo>
                    <a:pt x="21329" y="11419"/>
                  </a:lnTo>
                  <a:lnTo>
                    <a:pt x="21317" y="11090"/>
                  </a:lnTo>
                  <a:lnTo>
                    <a:pt x="21295" y="10750"/>
                  </a:lnTo>
                  <a:lnTo>
                    <a:pt x="21261" y="10421"/>
                  </a:lnTo>
                  <a:lnTo>
                    <a:pt x="21204" y="10092"/>
                  </a:lnTo>
                  <a:lnTo>
                    <a:pt x="21147" y="9763"/>
                  </a:lnTo>
                  <a:lnTo>
                    <a:pt x="21079" y="9446"/>
                  </a:lnTo>
                  <a:lnTo>
                    <a:pt x="21000" y="9117"/>
                  </a:lnTo>
                  <a:lnTo>
                    <a:pt x="20909" y="8799"/>
                  </a:lnTo>
                  <a:lnTo>
                    <a:pt x="20807" y="8482"/>
                  </a:lnTo>
                  <a:lnTo>
                    <a:pt x="20694" y="8164"/>
                  </a:lnTo>
                  <a:lnTo>
                    <a:pt x="20558" y="7847"/>
                  </a:lnTo>
                  <a:lnTo>
                    <a:pt x="20422" y="7541"/>
                  </a:lnTo>
                  <a:lnTo>
                    <a:pt x="20422" y="7541"/>
                  </a:lnTo>
                  <a:lnTo>
                    <a:pt x="20002" y="7257"/>
                  </a:lnTo>
                  <a:lnTo>
                    <a:pt x="19594" y="6962"/>
                  </a:lnTo>
                  <a:lnTo>
                    <a:pt x="19186" y="6656"/>
                  </a:lnTo>
                  <a:lnTo>
                    <a:pt x="18789" y="6339"/>
                  </a:lnTo>
                  <a:lnTo>
                    <a:pt x="18392" y="6021"/>
                  </a:lnTo>
                  <a:lnTo>
                    <a:pt x="18006" y="5692"/>
                  </a:lnTo>
                  <a:lnTo>
                    <a:pt x="17632" y="5352"/>
                  </a:lnTo>
                  <a:lnTo>
                    <a:pt x="17258" y="5012"/>
                  </a:lnTo>
                  <a:lnTo>
                    <a:pt x="16895" y="4661"/>
                  </a:lnTo>
                  <a:lnTo>
                    <a:pt x="16532" y="4298"/>
                  </a:lnTo>
                  <a:lnTo>
                    <a:pt x="16181" y="3924"/>
                  </a:lnTo>
                  <a:lnTo>
                    <a:pt x="15841" y="3549"/>
                  </a:lnTo>
                  <a:lnTo>
                    <a:pt x="15512" y="3175"/>
                  </a:lnTo>
                  <a:lnTo>
                    <a:pt x="15183" y="2778"/>
                  </a:lnTo>
                  <a:lnTo>
                    <a:pt x="14865" y="2393"/>
                  </a:lnTo>
                  <a:lnTo>
                    <a:pt x="14548" y="1985"/>
                  </a:lnTo>
                  <a:lnTo>
                    <a:pt x="14548" y="1985"/>
                  </a:lnTo>
                  <a:lnTo>
                    <a:pt x="14253" y="1588"/>
                  </a:lnTo>
                  <a:lnTo>
                    <a:pt x="13958" y="1202"/>
                  </a:lnTo>
                  <a:lnTo>
                    <a:pt x="13788" y="1021"/>
                  </a:lnTo>
                  <a:lnTo>
                    <a:pt x="13630" y="839"/>
                  </a:lnTo>
                  <a:lnTo>
                    <a:pt x="13448" y="669"/>
                  </a:lnTo>
                  <a:lnTo>
                    <a:pt x="13267" y="511"/>
                  </a:lnTo>
                  <a:lnTo>
                    <a:pt x="13267" y="511"/>
                  </a:lnTo>
                  <a:lnTo>
                    <a:pt x="13063" y="375"/>
                  </a:lnTo>
                  <a:lnTo>
                    <a:pt x="12847" y="250"/>
                  </a:lnTo>
                  <a:lnTo>
                    <a:pt x="12620" y="148"/>
                  </a:lnTo>
                  <a:lnTo>
                    <a:pt x="12507" y="102"/>
                  </a:lnTo>
                  <a:lnTo>
                    <a:pt x="12382" y="68"/>
                  </a:lnTo>
                  <a:lnTo>
                    <a:pt x="12269" y="34"/>
                  </a:lnTo>
                  <a:lnTo>
                    <a:pt x="12144" y="12"/>
                  </a:lnTo>
                  <a:lnTo>
                    <a:pt x="12019" y="0"/>
                  </a:lnTo>
                  <a:lnTo>
                    <a:pt x="11906" y="0"/>
                  </a:lnTo>
                  <a:lnTo>
                    <a:pt x="11781" y="0"/>
                  </a:lnTo>
                  <a:lnTo>
                    <a:pt x="11657" y="12"/>
                  </a:lnTo>
                  <a:lnTo>
                    <a:pt x="11543" y="34"/>
                  </a:lnTo>
                  <a:lnTo>
                    <a:pt x="11430" y="68"/>
                  </a:lnTo>
                  <a:lnTo>
                    <a:pt x="6010" y="193"/>
                  </a:lnTo>
                  <a:lnTo>
                    <a:pt x="6010" y="193"/>
                  </a:lnTo>
                  <a:lnTo>
                    <a:pt x="5670" y="295"/>
                  </a:lnTo>
                  <a:lnTo>
                    <a:pt x="4865" y="545"/>
                  </a:lnTo>
                  <a:lnTo>
                    <a:pt x="4377" y="703"/>
                  </a:lnTo>
                  <a:lnTo>
                    <a:pt x="3889" y="873"/>
                  </a:lnTo>
                  <a:lnTo>
                    <a:pt x="3436" y="1055"/>
                  </a:lnTo>
                  <a:lnTo>
                    <a:pt x="3243" y="1146"/>
                  </a:lnTo>
                  <a:lnTo>
                    <a:pt x="3062" y="1236"/>
                  </a:lnTo>
                  <a:lnTo>
                    <a:pt x="3062" y="1236"/>
                  </a:lnTo>
                  <a:lnTo>
                    <a:pt x="2710" y="1440"/>
                  </a:lnTo>
                  <a:lnTo>
                    <a:pt x="2381" y="1633"/>
                  </a:lnTo>
                  <a:lnTo>
                    <a:pt x="2064" y="1837"/>
                  </a:lnTo>
                  <a:lnTo>
                    <a:pt x="1780" y="2053"/>
                  </a:lnTo>
                  <a:lnTo>
                    <a:pt x="1520" y="2268"/>
                  </a:lnTo>
                  <a:lnTo>
                    <a:pt x="1270" y="2506"/>
                  </a:lnTo>
                  <a:lnTo>
                    <a:pt x="1055" y="2744"/>
                  </a:lnTo>
                  <a:lnTo>
                    <a:pt x="851" y="2994"/>
                  </a:lnTo>
                  <a:lnTo>
                    <a:pt x="669" y="3255"/>
                  </a:lnTo>
                  <a:lnTo>
                    <a:pt x="522" y="3538"/>
                  </a:lnTo>
                  <a:lnTo>
                    <a:pt x="374" y="3833"/>
                  </a:lnTo>
                  <a:lnTo>
                    <a:pt x="261" y="4150"/>
                  </a:lnTo>
                  <a:lnTo>
                    <a:pt x="170" y="4479"/>
                  </a:lnTo>
                  <a:lnTo>
                    <a:pt x="91" y="4842"/>
                  </a:lnTo>
                  <a:lnTo>
                    <a:pt x="34" y="5216"/>
                  </a:lnTo>
                  <a:lnTo>
                    <a:pt x="0" y="561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1350770" y="3181797"/>
              <a:ext cx="550347" cy="255395"/>
            </a:xfrm>
            <a:custGeom>
              <a:rect b="b" l="l" r="r" t="t"/>
              <a:pathLst>
                <a:path extrusionOk="0" h="7541" w="16250">
                  <a:moveTo>
                    <a:pt x="2915" y="1"/>
                  </a:moveTo>
                  <a:lnTo>
                    <a:pt x="1" y="2835"/>
                  </a:lnTo>
                  <a:lnTo>
                    <a:pt x="160" y="3051"/>
                  </a:lnTo>
                  <a:lnTo>
                    <a:pt x="318" y="3255"/>
                  </a:lnTo>
                  <a:lnTo>
                    <a:pt x="477" y="3459"/>
                  </a:lnTo>
                  <a:lnTo>
                    <a:pt x="647" y="3663"/>
                  </a:lnTo>
                  <a:lnTo>
                    <a:pt x="829" y="3856"/>
                  </a:lnTo>
                  <a:lnTo>
                    <a:pt x="1010" y="4037"/>
                  </a:lnTo>
                  <a:lnTo>
                    <a:pt x="1203" y="4219"/>
                  </a:lnTo>
                  <a:lnTo>
                    <a:pt x="1395" y="4400"/>
                  </a:lnTo>
                  <a:lnTo>
                    <a:pt x="1600" y="4570"/>
                  </a:lnTo>
                  <a:lnTo>
                    <a:pt x="1815" y="4729"/>
                  </a:lnTo>
                  <a:lnTo>
                    <a:pt x="2019" y="4899"/>
                  </a:lnTo>
                  <a:lnTo>
                    <a:pt x="2235" y="5046"/>
                  </a:lnTo>
                  <a:lnTo>
                    <a:pt x="2461" y="5205"/>
                  </a:lnTo>
                  <a:lnTo>
                    <a:pt x="2688" y="5341"/>
                  </a:lnTo>
                  <a:lnTo>
                    <a:pt x="3153" y="5625"/>
                  </a:lnTo>
                  <a:lnTo>
                    <a:pt x="3641" y="5885"/>
                  </a:lnTo>
                  <a:lnTo>
                    <a:pt x="4139" y="6123"/>
                  </a:lnTo>
                  <a:lnTo>
                    <a:pt x="4661" y="6339"/>
                  </a:lnTo>
                  <a:lnTo>
                    <a:pt x="5183" y="6532"/>
                  </a:lnTo>
                  <a:lnTo>
                    <a:pt x="5716" y="6713"/>
                  </a:lnTo>
                  <a:lnTo>
                    <a:pt x="6271" y="6883"/>
                  </a:lnTo>
                  <a:lnTo>
                    <a:pt x="6827" y="7019"/>
                  </a:lnTo>
                  <a:lnTo>
                    <a:pt x="7394" y="7155"/>
                  </a:lnTo>
                  <a:lnTo>
                    <a:pt x="7961" y="7257"/>
                  </a:lnTo>
                  <a:lnTo>
                    <a:pt x="8528" y="7348"/>
                  </a:lnTo>
                  <a:lnTo>
                    <a:pt x="9106" y="7427"/>
                  </a:lnTo>
                  <a:lnTo>
                    <a:pt x="9684" y="7473"/>
                  </a:lnTo>
                  <a:lnTo>
                    <a:pt x="10262" y="7518"/>
                  </a:lnTo>
                  <a:lnTo>
                    <a:pt x="10841" y="7541"/>
                  </a:lnTo>
                  <a:lnTo>
                    <a:pt x="11408" y="7541"/>
                  </a:lnTo>
                  <a:lnTo>
                    <a:pt x="11986" y="7529"/>
                  </a:lnTo>
                  <a:lnTo>
                    <a:pt x="12542" y="7507"/>
                  </a:lnTo>
                  <a:lnTo>
                    <a:pt x="13109" y="7461"/>
                  </a:lnTo>
                  <a:lnTo>
                    <a:pt x="13653" y="7405"/>
                  </a:lnTo>
                  <a:lnTo>
                    <a:pt x="14186" y="7337"/>
                  </a:lnTo>
                  <a:lnTo>
                    <a:pt x="14719" y="7246"/>
                  </a:lnTo>
                  <a:lnTo>
                    <a:pt x="15229" y="7144"/>
                  </a:lnTo>
                  <a:lnTo>
                    <a:pt x="15739" y="7019"/>
                  </a:lnTo>
                  <a:lnTo>
                    <a:pt x="16215" y="6895"/>
                  </a:lnTo>
                  <a:lnTo>
                    <a:pt x="16249" y="6430"/>
                  </a:lnTo>
                  <a:lnTo>
                    <a:pt x="16249" y="5953"/>
                  </a:lnTo>
                  <a:lnTo>
                    <a:pt x="16238" y="5454"/>
                  </a:lnTo>
                  <a:lnTo>
                    <a:pt x="16204" y="4956"/>
                  </a:lnTo>
                  <a:lnTo>
                    <a:pt x="16159" y="4445"/>
                  </a:lnTo>
                  <a:lnTo>
                    <a:pt x="16102" y="3946"/>
                  </a:lnTo>
                  <a:lnTo>
                    <a:pt x="16045" y="3448"/>
                  </a:lnTo>
                  <a:lnTo>
                    <a:pt x="15977" y="2983"/>
                  </a:lnTo>
                  <a:lnTo>
                    <a:pt x="15853" y="2132"/>
                  </a:lnTo>
                  <a:lnTo>
                    <a:pt x="15728" y="1452"/>
                  </a:lnTo>
                  <a:lnTo>
                    <a:pt x="15603" y="840"/>
                  </a:lnTo>
                  <a:lnTo>
                    <a:pt x="29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1538560" y="2340043"/>
              <a:ext cx="267689" cy="208962"/>
            </a:xfrm>
            <a:custGeom>
              <a:rect b="b" l="l" r="r" t="t"/>
              <a:pathLst>
                <a:path extrusionOk="0" h="6170" w="7904">
                  <a:moveTo>
                    <a:pt x="4967" y="1"/>
                  </a:moveTo>
                  <a:lnTo>
                    <a:pt x="4854" y="12"/>
                  </a:lnTo>
                  <a:lnTo>
                    <a:pt x="4332" y="12"/>
                  </a:lnTo>
                  <a:lnTo>
                    <a:pt x="4207" y="23"/>
                  </a:lnTo>
                  <a:lnTo>
                    <a:pt x="4082" y="46"/>
                  </a:lnTo>
                  <a:lnTo>
                    <a:pt x="4037" y="57"/>
                  </a:lnTo>
                  <a:lnTo>
                    <a:pt x="3992" y="80"/>
                  </a:lnTo>
                  <a:lnTo>
                    <a:pt x="3527" y="352"/>
                  </a:lnTo>
                  <a:lnTo>
                    <a:pt x="3051" y="624"/>
                  </a:lnTo>
                  <a:lnTo>
                    <a:pt x="2563" y="874"/>
                  </a:lnTo>
                  <a:lnTo>
                    <a:pt x="2314" y="987"/>
                  </a:lnTo>
                  <a:lnTo>
                    <a:pt x="2076" y="1101"/>
                  </a:lnTo>
                  <a:lnTo>
                    <a:pt x="1826" y="1203"/>
                  </a:lnTo>
                  <a:lnTo>
                    <a:pt x="1565" y="1305"/>
                  </a:lnTo>
                  <a:lnTo>
                    <a:pt x="1316" y="1384"/>
                  </a:lnTo>
                  <a:lnTo>
                    <a:pt x="1055" y="1463"/>
                  </a:lnTo>
                  <a:lnTo>
                    <a:pt x="794" y="1532"/>
                  </a:lnTo>
                  <a:lnTo>
                    <a:pt x="533" y="1588"/>
                  </a:lnTo>
                  <a:lnTo>
                    <a:pt x="273" y="1622"/>
                  </a:lnTo>
                  <a:lnTo>
                    <a:pt x="1" y="1645"/>
                  </a:lnTo>
                  <a:lnTo>
                    <a:pt x="91" y="1906"/>
                  </a:lnTo>
                  <a:lnTo>
                    <a:pt x="193" y="2166"/>
                  </a:lnTo>
                  <a:lnTo>
                    <a:pt x="307" y="2416"/>
                  </a:lnTo>
                  <a:lnTo>
                    <a:pt x="431" y="2665"/>
                  </a:lnTo>
                  <a:lnTo>
                    <a:pt x="567" y="2904"/>
                  </a:lnTo>
                  <a:lnTo>
                    <a:pt x="704" y="3130"/>
                  </a:lnTo>
                  <a:lnTo>
                    <a:pt x="862" y="3368"/>
                  </a:lnTo>
                  <a:lnTo>
                    <a:pt x="1032" y="3584"/>
                  </a:lnTo>
                  <a:lnTo>
                    <a:pt x="1202" y="3811"/>
                  </a:lnTo>
                  <a:lnTo>
                    <a:pt x="1384" y="4015"/>
                  </a:lnTo>
                  <a:lnTo>
                    <a:pt x="1565" y="4230"/>
                  </a:lnTo>
                  <a:lnTo>
                    <a:pt x="1758" y="4434"/>
                  </a:lnTo>
                  <a:lnTo>
                    <a:pt x="2155" y="4831"/>
                  </a:lnTo>
                  <a:lnTo>
                    <a:pt x="2563" y="5205"/>
                  </a:lnTo>
                  <a:lnTo>
                    <a:pt x="2745" y="5353"/>
                  </a:lnTo>
                  <a:lnTo>
                    <a:pt x="2926" y="5489"/>
                  </a:lnTo>
                  <a:lnTo>
                    <a:pt x="3130" y="5613"/>
                  </a:lnTo>
                  <a:lnTo>
                    <a:pt x="3334" y="5727"/>
                  </a:lnTo>
                  <a:lnTo>
                    <a:pt x="3538" y="5829"/>
                  </a:lnTo>
                  <a:lnTo>
                    <a:pt x="3754" y="5920"/>
                  </a:lnTo>
                  <a:lnTo>
                    <a:pt x="3980" y="5999"/>
                  </a:lnTo>
                  <a:lnTo>
                    <a:pt x="4207" y="6056"/>
                  </a:lnTo>
                  <a:lnTo>
                    <a:pt x="4434" y="6101"/>
                  </a:lnTo>
                  <a:lnTo>
                    <a:pt x="4661" y="6146"/>
                  </a:lnTo>
                  <a:lnTo>
                    <a:pt x="4899" y="6169"/>
                  </a:lnTo>
                  <a:lnTo>
                    <a:pt x="5364" y="6169"/>
                  </a:lnTo>
                  <a:lnTo>
                    <a:pt x="5602" y="6146"/>
                  </a:lnTo>
                  <a:lnTo>
                    <a:pt x="5829" y="6112"/>
                  </a:lnTo>
                  <a:lnTo>
                    <a:pt x="6055" y="6067"/>
                  </a:lnTo>
                  <a:lnTo>
                    <a:pt x="6237" y="6010"/>
                  </a:lnTo>
                  <a:lnTo>
                    <a:pt x="6396" y="5954"/>
                  </a:lnTo>
                  <a:lnTo>
                    <a:pt x="6566" y="5874"/>
                  </a:lnTo>
                  <a:lnTo>
                    <a:pt x="6713" y="5784"/>
                  </a:lnTo>
                  <a:lnTo>
                    <a:pt x="6861" y="5693"/>
                  </a:lnTo>
                  <a:lnTo>
                    <a:pt x="7008" y="5579"/>
                  </a:lnTo>
                  <a:lnTo>
                    <a:pt x="7133" y="5455"/>
                  </a:lnTo>
                  <a:lnTo>
                    <a:pt x="7257" y="5330"/>
                  </a:lnTo>
                  <a:lnTo>
                    <a:pt x="7371" y="5194"/>
                  </a:lnTo>
                  <a:lnTo>
                    <a:pt x="7484" y="5047"/>
                  </a:lnTo>
                  <a:lnTo>
                    <a:pt x="7575" y="4899"/>
                  </a:lnTo>
                  <a:lnTo>
                    <a:pt x="7666" y="4740"/>
                  </a:lnTo>
                  <a:lnTo>
                    <a:pt x="7734" y="4582"/>
                  </a:lnTo>
                  <a:lnTo>
                    <a:pt x="7802" y="4412"/>
                  </a:lnTo>
                  <a:lnTo>
                    <a:pt x="7858" y="4242"/>
                  </a:lnTo>
                  <a:lnTo>
                    <a:pt x="7904" y="4060"/>
                  </a:lnTo>
                  <a:lnTo>
                    <a:pt x="7654" y="3867"/>
                  </a:lnTo>
                  <a:lnTo>
                    <a:pt x="7405" y="3652"/>
                  </a:lnTo>
                  <a:lnTo>
                    <a:pt x="7178" y="3436"/>
                  </a:lnTo>
                  <a:lnTo>
                    <a:pt x="6951" y="3221"/>
                  </a:lnTo>
                  <a:lnTo>
                    <a:pt x="6724" y="2983"/>
                  </a:lnTo>
                  <a:lnTo>
                    <a:pt x="6520" y="2745"/>
                  </a:lnTo>
                  <a:lnTo>
                    <a:pt x="6316" y="2495"/>
                  </a:lnTo>
                  <a:lnTo>
                    <a:pt x="6135" y="2246"/>
                  </a:lnTo>
                  <a:lnTo>
                    <a:pt x="5953" y="1985"/>
                  </a:lnTo>
                  <a:lnTo>
                    <a:pt x="5772" y="1713"/>
                  </a:lnTo>
                  <a:lnTo>
                    <a:pt x="5613" y="1441"/>
                  </a:lnTo>
                  <a:lnTo>
                    <a:pt x="5466" y="1169"/>
                  </a:lnTo>
                  <a:lnTo>
                    <a:pt x="5318" y="874"/>
                  </a:lnTo>
                  <a:lnTo>
                    <a:pt x="5194" y="590"/>
                  </a:lnTo>
                  <a:lnTo>
                    <a:pt x="5069" y="296"/>
                  </a:lnTo>
                  <a:lnTo>
                    <a:pt x="4967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1195255" y="3184879"/>
              <a:ext cx="612155" cy="1361744"/>
            </a:xfrm>
            <a:custGeom>
              <a:rect b="b" l="l" r="r" t="t"/>
              <a:pathLst>
                <a:path extrusionOk="0" h="40208" w="18075">
                  <a:moveTo>
                    <a:pt x="7484" y="0"/>
                  </a:moveTo>
                  <a:lnTo>
                    <a:pt x="7167" y="329"/>
                  </a:lnTo>
                  <a:lnTo>
                    <a:pt x="6861" y="647"/>
                  </a:lnTo>
                  <a:lnTo>
                    <a:pt x="6226" y="1259"/>
                  </a:lnTo>
                  <a:lnTo>
                    <a:pt x="5613" y="1837"/>
                  </a:lnTo>
                  <a:lnTo>
                    <a:pt x="5001" y="2404"/>
                  </a:lnTo>
                  <a:lnTo>
                    <a:pt x="4400" y="2960"/>
                  </a:lnTo>
                  <a:lnTo>
                    <a:pt x="3822" y="3515"/>
                  </a:lnTo>
                  <a:lnTo>
                    <a:pt x="3538" y="3787"/>
                  </a:lnTo>
                  <a:lnTo>
                    <a:pt x="3266" y="4071"/>
                  </a:lnTo>
                  <a:lnTo>
                    <a:pt x="2994" y="4354"/>
                  </a:lnTo>
                  <a:lnTo>
                    <a:pt x="2733" y="4649"/>
                  </a:lnTo>
                  <a:lnTo>
                    <a:pt x="2484" y="4944"/>
                  </a:lnTo>
                  <a:lnTo>
                    <a:pt x="2234" y="5250"/>
                  </a:lnTo>
                  <a:lnTo>
                    <a:pt x="2008" y="5568"/>
                  </a:lnTo>
                  <a:lnTo>
                    <a:pt x="1781" y="5885"/>
                  </a:lnTo>
                  <a:lnTo>
                    <a:pt x="1565" y="6225"/>
                  </a:lnTo>
                  <a:lnTo>
                    <a:pt x="1361" y="6565"/>
                  </a:lnTo>
                  <a:lnTo>
                    <a:pt x="1168" y="6917"/>
                  </a:lnTo>
                  <a:lnTo>
                    <a:pt x="987" y="7291"/>
                  </a:lnTo>
                  <a:lnTo>
                    <a:pt x="817" y="7677"/>
                  </a:lnTo>
                  <a:lnTo>
                    <a:pt x="670" y="8085"/>
                  </a:lnTo>
                  <a:lnTo>
                    <a:pt x="534" y="8493"/>
                  </a:lnTo>
                  <a:lnTo>
                    <a:pt x="409" y="8935"/>
                  </a:lnTo>
                  <a:lnTo>
                    <a:pt x="295" y="9389"/>
                  </a:lnTo>
                  <a:lnTo>
                    <a:pt x="205" y="9865"/>
                  </a:lnTo>
                  <a:lnTo>
                    <a:pt x="125" y="10364"/>
                  </a:lnTo>
                  <a:lnTo>
                    <a:pt x="57" y="10885"/>
                  </a:lnTo>
                  <a:lnTo>
                    <a:pt x="23" y="11396"/>
                  </a:lnTo>
                  <a:lnTo>
                    <a:pt x="1" y="11895"/>
                  </a:lnTo>
                  <a:lnTo>
                    <a:pt x="1" y="12405"/>
                  </a:lnTo>
                  <a:lnTo>
                    <a:pt x="12" y="12915"/>
                  </a:lnTo>
                  <a:lnTo>
                    <a:pt x="46" y="13414"/>
                  </a:lnTo>
                  <a:lnTo>
                    <a:pt x="91" y="13913"/>
                  </a:lnTo>
                  <a:lnTo>
                    <a:pt x="159" y="14423"/>
                  </a:lnTo>
                  <a:lnTo>
                    <a:pt x="239" y="14922"/>
                  </a:lnTo>
                  <a:lnTo>
                    <a:pt x="329" y="15410"/>
                  </a:lnTo>
                  <a:lnTo>
                    <a:pt x="431" y="15909"/>
                  </a:lnTo>
                  <a:lnTo>
                    <a:pt x="545" y="16396"/>
                  </a:lnTo>
                  <a:lnTo>
                    <a:pt x="670" y="16872"/>
                  </a:lnTo>
                  <a:lnTo>
                    <a:pt x="806" y="17360"/>
                  </a:lnTo>
                  <a:lnTo>
                    <a:pt x="953" y="17825"/>
                  </a:lnTo>
                  <a:lnTo>
                    <a:pt x="1100" y="18301"/>
                  </a:lnTo>
                  <a:lnTo>
                    <a:pt x="1259" y="18755"/>
                  </a:lnTo>
                  <a:lnTo>
                    <a:pt x="1463" y="19299"/>
                  </a:lnTo>
                  <a:lnTo>
                    <a:pt x="1679" y="19820"/>
                  </a:lnTo>
                  <a:lnTo>
                    <a:pt x="1906" y="20342"/>
                  </a:lnTo>
                  <a:lnTo>
                    <a:pt x="2144" y="20841"/>
                  </a:lnTo>
                  <a:lnTo>
                    <a:pt x="2620" y="21850"/>
                  </a:lnTo>
                  <a:lnTo>
                    <a:pt x="3107" y="22859"/>
                  </a:lnTo>
                  <a:lnTo>
                    <a:pt x="4615" y="26057"/>
                  </a:lnTo>
                  <a:lnTo>
                    <a:pt x="7632" y="32463"/>
                  </a:lnTo>
                  <a:lnTo>
                    <a:pt x="10614" y="38802"/>
                  </a:lnTo>
                  <a:lnTo>
                    <a:pt x="10693" y="38938"/>
                  </a:lnTo>
                  <a:lnTo>
                    <a:pt x="10772" y="39062"/>
                  </a:lnTo>
                  <a:lnTo>
                    <a:pt x="10852" y="39187"/>
                  </a:lnTo>
                  <a:lnTo>
                    <a:pt x="10954" y="39301"/>
                  </a:lnTo>
                  <a:lnTo>
                    <a:pt x="11056" y="39403"/>
                  </a:lnTo>
                  <a:lnTo>
                    <a:pt x="11169" y="39505"/>
                  </a:lnTo>
                  <a:lnTo>
                    <a:pt x="11283" y="39595"/>
                  </a:lnTo>
                  <a:lnTo>
                    <a:pt x="11407" y="39675"/>
                  </a:lnTo>
                  <a:lnTo>
                    <a:pt x="11532" y="39754"/>
                  </a:lnTo>
                  <a:lnTo>
                    <a:pt x="11668" y="39822"/>
                  </a:lnTo>
                  <a:lnTo>
                    <a:pt x="11804" y="39879"/>
                  </a:lnTo>
                  <a:lnTo>
                    <a:pt x="11952" y="39936"/>
                  </a:lnTo>
                  <a:lnTo>
                    <a:pt x="12247" y="40038"/>
                  </a:lnTo>
                  <a:lnTo>
                    <a:pt x="12553" y="40106"/>
                  </a:lnTo>
                  <a:lnTo>
                    <a:pt x="12870" y="40162"/>
                  </a:lnTo>
                  <a:lnTo>
                    <a:pt x="13188" y="40196"/>
                  </a:lnTo>
                  <a:lnTo>
                    <a:pt x="13505" y="40208"/>
                  </a:lnTo>
                  <a:lnTo>
                    <a:pt x="13811" y="40208"/>
                  </a:lnTo>
                  <a:lnTo>
                    <a:pt x="14117" y="40196"/>
                  </a:lnTo>
                  <a:lnTo>
                    <a:pt x="14412" y="40174"/>
                  </a:lnTo>
                  <a:lnTo>
                    <a:pt x="14696" y="40140"/>
                  </a:lnTo>
                  <a:lnTo>
                    <a:pt x="14957" y="40094"/>
                  </a:lnTo>
                  <a:lnTo>
                    <a:pt x="15195" y="40049"/>
                  </a:lnTo>
                  <a:lnTo>
                    <a:pt x="15433" y="40038"/>
                  </a:lnTo>
                  <a:lnTo>
                    <a:pt x="15660" y="40049"/>
                  </a:lnTo>
                  <a:lnTo>
                    <a:pt x="15886" y="40072"/>
                  </a:lnTo>
                  <a:lnTo>
                    <a:pt x="16317" y="40128"/>
                  </a:lnTo>
                  <a:lnTo>
                    <a:pt x="16521" y="40162"/>
                  </a:lnTo>
                  <a:lnTo>
                    <a:pt x="16714" y="40185"/>
                  </a:lnTo>
                  <a:lnTo>
                    <a:pt x="16907" y="40185"/>
                  </a:lnTo>
                  <a:lnTo>
                    <a:pt x="17088" y="40174"/>
                  </a:lnTo>
                  <a:lnTo>
                    <a:pt x="17179" y="40162"/>
                  </a:lnTo>
                  <a:lnTo>
                    <a:pt x="17270" y="40140"/>
                  </a:lnTo>
                  <a:lnTo>
                    <a:pt x="17360" y="40117"/>
                  </a:lnTo>
                  <a:lnTo>
                    <a:pt x="17440" y="40072"/>
                  </a:lnTo>
                  <a:lnTo>
                    <a:pt x="17530" y="40026"/>
                  </a:lnTo>
                  <a:lnTo>
                    <a:pt x="17610" y="39970"/>
                  </a:lnTo>
                  <a:lnTo>
                    <a:pt x="17689" y="39902"/>
                  </a:lnTo>
                  <a:lnTo>
                    <a:pt x="17769" y="39834"/>
                  </a:lnTo>
                  <a:lnTo>
                    <a:pt x="17848" y="39743"/>
                  </a:lnTo>
                  <a:lnTo>
                    <a:pt x="17927" y="39641"/>
                  </a:lnTo>
                  <a:lnTo>
                    <a:pt x="17995" y="39527"/>
                  </a:lnTo>
                  <a:lnTo>
                    <a:pt x="18075" y="39403"/>
                  </a:lnTo>
                  <a:lnTo>
                    <a:pt x="18075" y="38371"/>
                  </a:lnTo>
                  <a:lnTo>
                    <a:pt x="18063" y="37328"/>
                  </a:lnTo>
                  <a:lnTo>
                    <a:pt x="18052" y="36273"/>
                  </a:lnTo>
                  <a:lnTo>
                    <a:pt x="18029" y="35207"/>
                  </a:lnTo>
                  <a:lnTo>
                    <a:pt x="17995" y="34141"/>
                  </a:lnTo>
                  <a:lnTo>
                    <a:pt x="17961" y="33064"/>
                  </a:lnTo>
                  <a:lnTo>
                    <a:pt x="17916" y="31976"/>
                  </a:lnTo>
                  <a:lnTo>
                    <a:pt x="17859" y="30887"/>
                  </a:lnTo>
                  <a:lnTo>
                    <a:pt x="17735" y="28699"/>
                  </a:lnTo>
                  <a:lnTo>
                    <a:pt x="17587" y="26488"/>
                  </a:lnTo>
                  <a:lnTo>
                    <a:pt x="17406" y="24265"/>
                  </a:lnTo>
                  <a:lnTo>
                    <a:pt x="17202" y="22043"/>
                  </a:lnTo>
                  <a:lnTo>
                    <a:pt x="16975" y="19820"/>
                  </a:lnTo>
                  <a:lnTo>
                    <a:pt x="16737" y="17609"/>
                  </a:lnTo>
                  <a:lnTo>
                    <a:pt x="16465" y="15421"/>
                  </a:lnTo>
                  <a:lnTo>
                    <a:pt x="16181" y="13244"/>
                  </a:lnTo>
                  <a:lnTo>
                    <a:pt x="15886" y="11101"/>
                  </a:lnTo>
                  <a:lnTo>
                    <a:pt x="15569" y="8992"/>
                  </a:lnTo>
                  <a:lnTo>
                    <a:pt x="15240" y="6917"/>
                  </a:lnTo>
                  <a:lnTo>
                    <a:pt x="14911" y="4887"/>
                  </a:lnTo>
                  <a:lnTo>
                    <a:pt x="14730" y="4706"/>
                  </a:lnTo>
                  <a:lnTo>
                    <a:pt x="14537" y="4524"/>
                  </a:lnTo>
                  <a:lnTo>
                    <a:pt x="14333" y="4354"/>
                  </a:lnTo>
                  <a:lnTo>
                    <a:pt x="14129" y="4184"/>
                  </a:lnTo>
                  <a:lnTo>
                    <a:pt x="13902" y="4025"/>
                  </a:lnTo>
                  <a:lnTo>
                    <a:pt x="13687" y="3867"/>
                  </a:lnTo>
                  <a:lnTo>
                    <a:pt x="13222" y="3561"/>
                  </a:lnTo>
                  <a:lnTo>
                    <a:pt x="12734" y="3266"/>
                  </a:lnTo>
                  <a:lnTo>
                    <a:pt x="12224" y="2994"/>
                  </a:lnTo>
                  <a:lnTo>
                    <a:pt x="11714" y="2710"/>
                  </a:lnTo>
                  <a:lnTo>
                    <a:pt x="11192" y="2438"/>
                  </a:lnTo>
                  <a:lnTo>
                    <a:pt x="10670" y="2166"/>
                  </a:lnTo>
                  <a:lnTo>
                    <a:pt x="10160" y="1894"/>
                  </a:lnTo>
                  <a:lnTo>
                    <a:pt x="9661" y="1610"/>
                  </a:lnTo>
                  <a:lnTo>
                    <a:pt x="9174" y="1327"/>
                  </a:lnTo>
                  <a:lnTo>
                    <a:pt x="8697" y="1021"/>
                  </a:lnTo>
                  <a:lnTo>
                    <a:pt x="8482" y="862"/>
                  </a:lnTo>
                  <a:lnTo>
                    <a:pt x="8267" y="703"/>
                  </a:lnTo>
                  <a:lnTo>
                    <a:pt x="8051" y="533"/>
                  </a:lnTo>
                  <a:lnTo>
                    <a:pt x="7858" y="363"/>
                  </a:lnTo>
                  <a:lnTo>
                    <a:pt x="7666" y="182"/>
                  </a:lnTo>
                  <a:lnTo>
                    <a:pt x="74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864615" y="4300411"/>
              <a:ext cx="960482" cy="361400"/>
            </a:xfrm>
            <a:custGeom>
              <a:rect b="b" l="l" r="r" t="t"/>
              <a:pathLst>
                <a:path extrusionOk="0" h="10671" w="28360">
                  <a:moveTo>
                    <a:pt x="16692" y="1"/>
                  </a:moveTo>
                  <a:lnTo>
                    <a:pt x="16272" y="35"/>
                  </a:lnTo>
                  <a:lnTo>
                    <a:pt x="15841" y="91"/>
                  </a:lnTo>
                  <a:lnTo>
                    <a:pt x="15410" y="171"/>
                  </a:lnTo>
                  <a:lnTo>
                    <a:pt x="14957" y="273"/>
                  </a:lnTo>
                  <a:lnTo>
                    <a:pt x="14492" y="397"/>
                  </a:lnTo>
                  <a:lnTo>
                    <a:pt x="14016" y="522"/>
                  </a:lnTo>
                  <a:lnTo>
                    <a:pt x="13528" y="670"/>
                  </a:lnTo>
                  <a:lnTo>
                    <a:pt x="13029" y="840"/>
                  </a:lnTo>
                  <a:lnTo>
                    <a:pt x="12519" y="1010"/>
                  </a:lnTo>
                  <a:lnTo>
                    <a:pt x="12009" y="1191"/>
                  </a:lnTo>
                  <a:lnTo>
                    <a:pt x="11487" y="1384"/>
                  </a:lnTo>
                  <a:lnTo>
                    <a:pt x="10444" y="1792"/>
                  </a:lnTo>
                  <a:lnTo>
                    <a:pt x="9389" y="2223"/>
                  </a:lnTo>
                  <a:lnTo>
                    <a:pt x="8324" y="2688"/>
                  </a:lnTo>
                  <a:lnTo>
                    <a:pt x="7280" y="3153"/>
                  </a:lnTo>
                  <a:lnTo>
                    <a:pt x="6260" y="3640"/>
                  </a:lnTo>
                  <a:lnTo>
                    <a:pt x="5273" y="4117"/>
                  </a:lnTo>
                  <a:lnTo>
                    <a:pt x="4321" y="4581"/>
                  </a:lnTo>
                  <a:lnTo>
                    <a:pt x="3414" y="5035"/>
                  </a:lnTo>
                  <a:lnTo>
                    <a:pt x="1804" y="5874"/>
                  </a:lnTo>
                  <a:lnTo>
                    <a:pt x="511" y="6566"/>
                  </a:lnTo>
                  <a:lnTo>
                    <a:pt x="454" y="6690"/>
                  </a:lnTo>
                  <a:lnTo>
                    <a:pt x="341" y="7019"/>
                  </a:lnTo>
                  <a:lnTo>
                    <a:pt x="273" y="7257"/>
                  </a:lnTo>
                  <a:lnTo>
                    <a:pt x="194" y="7518"/>
                  </a:lnTo>
                  <a:lnTo>
                    <a:pt x="126" y="7802"/>
                  </a:lnTo>
                  <a:lnTo>
                    <a:pt x="69" y="8108"/>
                  </a:lnTo>
                  <a:lnTo>
                    <a:pt x="24" y="8425"/>
                  </a:lnTo>
                  <a:lnTo>
                    <a:pt x="1" y="8743"/>
                  </a:lnTo>
                  <a:lnTo>
                    <a:pt x="1" y="8902"/>
                  </a:lnTo>
                  <a:lnTo>
                    <a:pt x="1" y="9060"/>
                  </a:lnTo>
                  <a:lnTo>
                    <a:pt x="24" y="9219"/>
                  </a:lnTo>
                  <a:lnTo>
                    <a:pt x="46" y="9378"/>
                  </a:lnTo>
                  <a:lnTo>
                    <a:pt x="69" y="9525"/>
                  </a:lnTo>
                  <a:lnTo>
                    <a:pt x="114" y="9673"/>
                  </a:lnTo>
                  <a:lnTo>
                    <a:pt x="160" y="9809"/>
                  </a:lnTo>
                  <a:lnTo>
                    <a:pt x="228" y="9945"/>
                  </a:lnTo>
                  <a:lnTo>
                    <a:pt x="307" y="10069"/>
                  </a:lnTo>
                  <a:lnTo>
                    <a:pt x="386" y="10183"/>
                  </a:lnTo>
                  <a:lnTo>
                    <a:pt x="488" y="10285"/>
                  </a:lnTo>
                  <a:lnTo>
                    <a:pt x="602" y="10387"/>
                  </a:lnTo>
                  <a:lnTo>
                    <a:pt x="1418" y="10444"/>
                  </a:lnTo>
                  <a:lnTo>
                    <a:pt x="2223" y="10500"/>
                  </a:lnTo>
                  <a:lnTo>
                    <a:pt x="3028" y="10546"/>
                  </a:lnTo>
                  <a:lnTo>
                    <a:pt x="3845" y="10591"/>
                  </a:lnTo>
                  <a:lnTo>
                    <a:pt x="4650" y="10625"/>
                  </a:lnTo>
                  <a:lnTo>
                    <a:pt x="5455" y="10648"/>
                  </a:lnTo>
                  <a:lnTo>
                    <a:pt x="6271" y="10659"/>
                  </a:lnTo>
                  <a:lnTo>
                    <a:pt x="7076" y="10670"/>
                  </a:lnTo>
                  <a:lnTo>
                    <a:pt x="8698" y="10670"/>
                  </a:lnTo>
                  <a:lnTo>
                    <a:pt x="9503" y="10659"/>
                  </a:lnTo>
                  <a:lnTo>
                    <a:pt x="10319" y="10636"/>
                  </a:lnTo>
                  <a:lnTo>
                    <a:pt x="11941" y="10580"/>
                  </a:lnTo>
                  <a:lnTo>
                    <a:pt x="13551" y="10500"/>
                  </a:lnTo>
                  <a:lnTo>
                    <a:pt x="15172" y="10387"/>
                  </a:lnTo>
                  <a:lnTo>
                    <a:pt x="16782" y="10262"/>
                  </a:lnTo>
                  <a:lnTo>
                    <a:pt x="18392" y="10103"/>
                  </a:lnTo>
                  <a:lnTo>
                    <a:pt x="20003" y="9911"/>
                  </a:lnTo>
                  <a:lnTo>
                    <a:pt x="21601" y="9707"/>
                  </a:lnTo>
                  <a:lnTo>
                    <a:pt x="23200" y="9480"/>
                  </a:lnTo>
                  <a:lnTo>
                    <a:pt x="24799" y="9230"/>
                  </a:lnTo>
                  <a:lnTo>
                    <a:pt x="26398" y="8970"/>
                  </a:lnTo>
                  <a:lnTo>
                    <a:pt x="26602" y="8924"/>
                  </a:lnTo>
                  <a:lnTo>
                    <a:pt x="26806" y="8856"/>
                  </a:lnTo>
                  <a:lnTo>
                    <a:pt x="26999" y="8777"/>
                  </a:lnTo>
                  <a:lnTo>
                    <a:pt x="27180" y="8675"/>
                  </a:lnTo>
                  <a:lnTo>
                    <a:pt x="27350" y="8561"/>
                  </a:lnTo>
                  <a:lnTo>
                    <a:pt x="27509" y="8425"/>
                  </a:lnTo>
                  <a:lnTo>
                    <a:pt x="27656" y="8289"/>
                  </a:lnTo>
                  <a:lnTo>
                    <a:pt x="27792" y="8130"/>
                  </a:lnTo>
                  <a:lnTo>
                    <a:pt x="27917" y="7960"/>
                  </a:lnTo>
                  <a:lnTo>
                    <a:pt x="28030" y="7790"/>
                  </a:lnTo>
                  <a:lnTo>
                    <a:pt x="28121" y="7598"/>
                  </a:lnTo>
                  <a:lnTo>
                    <a:pt x="28212" y="7405"/>
                  </a:lnTo>
                  <a:lnTo>
                    <a:pt x="28269" y="7201"/>
                  </a:lnTo>
                  <a:lnTo>
                    <a:pt x="28314" y="6985"/>
                  </a:lnTo>
                  <a:lnTo>
                    <a:pt x="28348" y="6770"/>
                  </a:lnTo>
                  <a:lnTo>
                    <a:pt x="28359" y="6543"/>
                  </a:lnTo>
                  <a:lnTo>
                    <a:pt x="28348" y="6089"/>
                  </a:lnTo>
                  <a:lnTo>
                    <a:pt x="28337" y="5670"/>
                  </a:lnTo>
                  <a:lnTo>
                    <a:pt x="28314" y="4990"/>
                  </a:lnTo>
                  <a:lnTo>
                    <a:pt x="28280" y="4547"/>
                  </a:lnTo>
                  <a:lnTo>
                    <a:pt x="28269" y="4400"/>
                  </a:lnTo>
                  <a:lnTo>
                    <a:pt x="27860" y="4241"/>
                  </a:lnTo>
                  <a:lnTo>
                    <a:pt x="27452" y="4071"/>
                  </a:lnTo>
                  <a:lnTo>
                    <a:pt x="27044" y="3901"/>
                  </a:lnTo>
                  <a:lnTo>
                    <a:pt x="26636" y="3720"/>
                  </a:lnTo>
                  <a:lnTo>
                    <a:pt x="25842" y="3334"/>
                  </a:lnTo>
                  <a:lnTo>
                    <a:pt x="25048" y="2926"/>
                  </a:lnTo>
                  <a:lnTo>
                    <a:pt x="23484" y="2098"/>
                  </a:lnTo>
                  <a:lnTo>
                    <a:pt x="22701" y="1690"/>
                  </a:lnTo>
                  <a:lnTo>
                    <a:pt x="21919" y="1316"/>
                  </a:lnTo>
                  <a:lnTo>
                    <a:pt x="21533" y="1134"/>
                  </a:lnTo>
                  <a:lnTo>
                    <a:pt x="21136" y="964"/>
                  </a:lnTo>
                  <a:lnTo>
                    <a:pt x="20751" y="794"/>
                  </a:lnTo>
                  <a:lnTo>
                    <a:pt x="20354" y="647"/>
                  </a:lnTo>
                  <a:lnTo>
                    <a:pt x="19957" y="511"/>
                  </a:lnTo>
                  <a:lnTo>
                    <a:pt x="19560" y="386"/>
                  </a:lnTo>
                  <a:lnTo>
                    <a:pt x="19152" y="273"/>
                  </a:lnTo>
                  <a:lnTo>
                    <a:pt x="18755" y="182"/>
                  </a:lnTo>
                  <a:lnTo>
                    <a:pt x="18347" y="114"/>
                  </a:lnTo>
                  <a:lnTo>
                    <a:pt x="17939" y="57"/>
                  </a:lnTo>
                  <a:lnTo>
                    <a:pt x="17531" y="12"/>
                  </a:lnTo>
                  <a:lnTo>
                    <a:pt x="171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1842310" y="1355067"/>
              <a:ext cx="1756538" cy="3377098"/>
            </a:xfrm>
            <a:custGeom>
              <a:rect b="b" l="l" r="r" t="t"/>
              <a:pathLst>
                <a:path extrusionOk="0" h="99715" w="51865">
                  <a:moveTo>
                    <a:pt x="3686" y="1"/>
                  </a:moveTo>
                  <a:lnTo>
                    <a:pt x="3493" y="12"/>
                  </a:lnTo>
                  <a:lnTo>
                    <a:pt x="3300" y="46"/>
                  </a:lnTo>
                  <a:lnTo>
                    <a:pt x="3107" y="80"/>
                  </a:lnTo>
                  <a:lnTo>
                    <a:pt x="2915" y="125"/>
                  </a:lnTo>
                  <a:lnTo>
                    <a:pt x="2733" y="171"/>
                  </a:lnTo>
                  <a:lnTo>
                    <a:pt x="2552" y="239"/>
                  </a:lnTo>
                  <a:lnTo>
                    <a:pt x="2370" y="307"/>
                  </a:lnTo>
                  <a:lnTo>
                    <a:pt x="2200" y="386"/>
                  </a:lnTo>
                  <a:lnTo>
                    <a:pt x="2030" y="477"/>
                  </a:lnTo>
                  <a:lnTo>
                    <a:pt x="1871" y="568"/>
                  </a:lnTo>
                  <a:lnTo>
                    <a:pt x="1713" y="670"/>
                  </a:lnTo>
                  <a:lnTo>
                    <a:pt x="1565" y="783"/>
                  </a:lnTo>
                  <a:lnTo>
                    <a:pt x="1418" y="896"/>
                  </a:lnTo>
                  <a:lnTo>
                    <a:pt x="1270" y="1021"/>
                  </a:lnTo>
                  <a:lnTo>
                    <a:pt x="1134" y="1157"/>
                  </a:lnTo>
                  <a:lnTo>
                    <a:pt x="1010" y="1293"/>
                  </a:lnTo>
                  <a:lnTo>
                    <a:pt x="885" y="1441"/>
                  </a:lnTo>
                  <a:lnTo>
                    <a:pt x="772" y="1588"/>
                  </a:lnTo>
                  <a:lnTo>
                    <a:pt x="658" y="1747"/>
                  </a:lnTo>
                  <a:lnTo>
                    <a:pt x="556" y="1906"/>
                  </a:lnTo>
                  <a:lnTo>
                    <a:pt x="465" y="2064"/>
                  </a:lnTo>
                  <a:lnTo>
                    <a:pt x="375" y="2246"/>
                  </a:lnTo>
                  <a:lnTo>
                    <a:pt x="307" y="2416"/>
                  </a:lnTo>
                  <a:lnTo>
                    <a:pt x="227" y="2597"/>
                  </a:lnTo>
                  <a:lnTo>
                    <a:pt x="171" y="2779"/>
                  </a:lnTo>
                  <a:lnTo>
                    <a:pt x="114" y="2971"/>
                  </a:lnTo>
                  <a:lnTo>
                    <a:pt x="80" y="3164"/>
                  </a:lnTo>
                  <a:lnTo>
                    <a:pt x="46" y="3357"/>
                  </a:lnTo>
                  <a:lnTo>
                    <a:pt x="12" y="3550"/>
                  </a:lnTo>
                  <a:lnTo>
                    <a:pt x="1" y="3754"/>
                  </a:lnTo>
                  <a:lnTo>
                    <a:pt x="1" y="3958"/>
                  </a:lnTo>
                  <a:lnTo>
                    <a:pt x="1" y="95757"/>
                  </a:lnTo>
                  <a:lnTo>
                    <a:pt x="1" y="95961"/>
                  </a:lnTo>
                  <a:lnTo>
                    <a:pt x="12" y="96154"/>
                  </a:lnTo>
                  <a:lnTo>
                    <a:pt x="46" y="96358"/>
                  </a:lnTo>
                  <a:lnTo>
                    <a:pt x="80" y="96551"/>
                  </a:lnTo>
                  <a:lnTo>
                    <a:pt x="114" y="96744"/>
                  </a:lnTo>
                  <a:lnTo>
                    <a:pt x="171" y="96936"/>
                  </a:lnTo>
                  <a:lnTo>
                    <a:pt x="227" y="97118"/>
                  </a:lnTo>
                  <a:lnTo>
                    <a:pt x="307" y="97299"/>
                  </a:lnTo>
                  <a:lnTo>
                    <a:pt x="375" y="97469"/>
                  </a:lnTo>
                  <a:lnTo>
                    <a:pt x="465" y="97639"/>
                  </a:lnTo>
                  <a:lnTo>
                    <a:pt x="556" y="97809"/>
                  </a:lnTo>
                  <a:lnTo>
                    <a:pt x="658" y="97968"/>
                  </a:lnTo>
                  <a:lnTo>
                    <a:pt x="772" y="98127"/>
                  </a:lnTo>
                  <a:lnTo>
                    <a:pt x="885" y="98274"/>
                  </a:lnTo>
                  <a:lnTo>
                    <a:pt x="1010" y="98422"/>
                  </a:lnTo>
                  <a:lnTo>
                    <a:pt x="1134" y="98558"/>
                  </a:lnTo>
                  <a:lnTo>
                    <a:pt x="1270" y="98683"/>
                  </a:lnTo>
                  <a:lnTo>
                    <a:pt x="1418" y="98807"/>
                  </a:lnTo>
                  <a:lnTo>
                    <a:pt x="1565" y="98932"/>
                  </a:lnTo>
                  <a:lnTo>
                    <a:pt x="1713" y="99034"/>
                  </a:lnTo>
                  <a:lnTo>
                    <a:pt x="1871" y="99147"/>
                  </a:lnTo>
                  <a:lnTo>
                    <a:pt x="2030" y="99238"/>
                  </a:lnTo>
                  <a:lnTo>
                    <a:pt x="2200" y="99329"/>
                  </a:lnTo>
                  <a:lnTo>
                    <a:pt x="2370" y="99408"/>
                  </a:lnTo>
                  <a:lnTo>
                    <a:pt x="2552" y="99476"/>
                  </a:lnTo>
                  <a:lnTo>
                    <a:pt x="2733" y="99533"/>
                  </a:lnTo>
                  <a:lnTo>
                    <a:pt x="2915" y="99590"/>
                  </a:lnTo>
                  <a:lnTo>
                    <a:pt x="3107" y="99635"/>
                  </a:lnTo>
                  <a:lnTo>
                    <a:pt x="3300" y="99669"/>
                  </a:lnTo>
                  <a:lnTo>
                    <a:pt x="3493" y="99692"/>
                  </a:lnTo>
                  <a:lnTo>
                    <a:pt x="3686" y="99714"/>
                  </a:lnTo>
                  <a:lnTo>
                    <a:pt x="48168" y="99714"/>
                  </a:lnTo>
                  <a:lnTo>
                    <a:pt x="48372" y="99692"/>
                  </a:lnTo>
                  <a:lnTo>
                    <a:pt x="48565" y="99669"/>
                  </a:lnTo>
                  <a:lnTo>
                    <a:pt x="48758" y="99635"/>
                  </a:lnTo>
                  <a:lnTo>
                    <a:pt x="48950" y="99590"/>
                  </a:lnTo>
                  <a:lnTo>
                    <a:pt x="49132" y="99533"/>
                  </a:lnTo>
                  <a:lnTo>
                    <a:pt x="49313" y="99476"/>
                  </a:lnTo>
                  <a:lnTo>
                    <a:pt x="49483" y="99408"/>
                  </a:lnTo>
                  <a:lnTo>
                    <a:pt x="49665" y="99329"/>
                  </a:lnTo>
                  <a:lnTo>
                    <a:pt x="49823" y="99238"/>
                  </a:lnTo>
                  <a:lnTo>
                    <a:pt x="49993" y="99147"/>
                  </a:lnTo>
                  <a:lnTo>
                    <a:pt x="50152" y="99034"/>
                  </a:lnTo>
                  <a:lnTo>
                    <a:pt x="50300" y="98932"/>
                  </a:lnTo>
                  <a:lnTo>
                    <a:pt x="50447" y="98807"/>
                  </a:lnTo>
                  <a:lnTo>
                    <a:pt x="50594" y="98683"/>
                  </a:lnTo>
                  <a:lnTo>
                    <a:pt x="50730" y="98558"/>
                  </a:lnTo>
                  <a:lnTo>
                    <a:pt x="50855" y="98422"/>
                  </a:lnTo>
                  <a:lnTo>
                    <a:pt x="50980" y="98274"/>
                  </a:lnTo>
                  <a:lnTo>
                    <a:pt x="51093" y="98127"/>
                  </a:lnTo>
                  <a:lnTo>
                    <a:pt x="51195" y="97968"/>
                  </a:lnTo>
                  <a:lnTo>
                    <a:pt x="51297" y="97809"/>
                  </a:lnTo>
                  <a:lnTo>
                    <a:pt x="51399" y="97639"/>
                  </a:lnTo>
                  <a:lnTo>
                    <a:pt x="51479" y="97469"/>
                  </a:lnTo>
                  <a:lnTo>
                    <a:pt x="51558" y="97299"/>
                  </a:lnTo>
                  <a:lnTo>
                    <a:pt x="51626" y="97118"/>
                  </a:lnTo>
                  <a:lnTo>
                    <a:pt x="51694" y="96936"/>
                  </a:lnTo>
                  <a:lnTo>
                    <a:pt x="51740" y="96744"/>
                  </a:lnTo>
                  <a:lnTo>
                    <a:pt x="51785" y="96551"/>
                  </a:lnTo>
                  <a:lnTo>
                    <a:pt x="51819" y="96358"/>
                  </a:lnTo>
                  <a:lnTo>
                    <a:pt x="51842" y="96154"/>
                  </a:lnTo>
                  <a:lnTo>
                    <a:pt x="51864" y="95961"/>
                  </a:lnTo>
                  <a:lnTo>
                    <a:pt x="51864" y="95757"/>
                  </a:lnTo>
                  <a:lnTo>
                    <a:pt x="51864" y="3958"/>
                  </a:lnTo>
                  <a:lnTo>
                    <a:pt x="51864" y="3754"/>
                  </a:lnTo>
                  <a:lnTo>
                    <a:pt x="51842" y="3550"/>
                  </a:lnTo>
                  <a:lnTo>
                    <a:pt x="51819" y="3357"/>
                  </a:lnTo>
                  <a:lnTo>
                    <a:pt x="51785" y="3164"/>
                  </a:lnTo>
                  <a:lnTo>
                    <a:pt x="51740" y="2971"/>
                  </a:lnTo>
                  <a:lnTo>
                    <a:pt x="51694" y="2779"/>
                  </a:lnTo>
                  <a:lnTo>
                    <a:pt x="51626" y="2597"/>
                  </a:lnTo>
                  <a:lnTo>
                    <a:pt x="51558" y="2416"/>
                  </a:lnTo>
                  <a:lnTo>
                    <a:pt x="51479" y="2246"/>
                  </a:lnTo>
                  <a:lnTo>
                    <a:pt x="51399" y="2064"/>
                  </a:lnTo>
                  <a:lnTo>
                    <a:pt x="51297" y="1906"/>
                  </a:lnTo>
                  <a:lnTo>
                    <a:pt x="51195" y="1747"/>
                  </a:lnTo>
                  <a:lnTo>
                    <a:pt x="51093" y="1588"/>
                  </a:lnTo>
                  <a:lnTo>
                    <a:pt x="50980" y="1441"/>
                  </a:lnTo>
                  <a:lnTo>
                    <a:pt x="50855" y="1293"/>
                  </a:lnTo>
                  <a:lnTo>
                    <a:pt x="50730" y="1157"/>
                  </a:lnTo>
                  <a:lnTo>
                    <a:pt x="50594" y="1021"/>
                  </a:lnTo>
                  <a:lnTo>
                    <a:pt x="50447" y="896"/>
                  </a:lnTo>
                  <a:lnTo>
                    <a:pt x="50300" y="783"/>
                  </a:lnTo>
                  <a:lnTo>
                    <a:pt x="50152" y="670"/>
                  </a:lnTo>
                  <a:lnTo>
                    <a:pt x="49993" y="568"/>
                  </a:lnTo>
                  <a:lnTo>
                    <a:pt x="49823" y="477"/>
                  </a:lnTo>
                  <a:lnTo>
                    <a:pt x="49665" y="386"/>
                  </a:lnTo>
                  <a:lnTo>
                    <a:pt x="49483" y="307"/>
                  </a:lnTo>
                  <a:lnTo>
                    <a:pt x="49313" y="239"/>
                  </a:lnTo>
                  <a:lnTo>
                    <a:pt x="49132" y="171"/>
                  </a:lnTo>
                  <a:lnTo>
                    <a:pt x="48950" y="125"/>
                  </a:lnTo>
                  <a:lnTo>
                    <a:pt x="48758" y="80"/>
                  </a:lnTo>
                  <a:lnTo>
                    <a:pt x="48565" y="46"/>
                  </a:lnTo>
                  <a:lnTo>
                    <a:pt x="48372" y="12"/>
                  </a:lnTo>
                  <a:lnTo>
                    <a:pt x="4816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1842310" y="1355067"/>
              <a:ext cx="1756538" cy="3377098"/>
            </a:xfrm>
            <a:custGeom>
              <a:rect b="b" l="l" r="r" t="t"/>
              <a:pathLst>
                <a:path extrusionOk="0" fill="none" h="99715" w="51865">
                  <a:moveTo>
                    <a:pt x="47975" y="1"/>
                  </a:moveTo>
                  <a:lnTo>
                    <a:pt x="3890" y="1"/>
                  </a:lnTo>
                  <a:lnTo>
                    <a:pt x="3890" y="1"/>
                  </a:lnTo>
                  <a:lnTo>
                    <a:pt x="3686" y="1"/>
                  </a:lnTo>
                  <a:lnTo>
                    <a:pt x="3493" y="12"/>
                  </a:lnTo>
                  <a:lnTo>
                    <a:pt x="3300" y="46"/>
                  </a:lnTo>
                  <a:lnTo>
                    <a:pt x="3107" y="80"/>
                  </a:lnTo>
                  <a:lnTo>
                    <a:pt x="2915" y="125"/>
                  </a:lnTo>
                  <a:lnTo>
                    <a:pt x="2733" y="171"/>
                  </a:lnTo>
                  <a:lnTo>
                    <a:pt x="2552" y="239"/>
                  </a:lnTo>
                  <a:lnTo>
                    <a:pt x="2370" y="307"/>
                  </a:lnTo>
                  <a:lnTo>
                    <a:pt x="2200" y="386"/>
                  </a:lnTo>
                  <a:lnTo>
                    <a:pt x="2030" y="477"/>
                  </a:lnTo>
                  <a:lnTo>
                    <a:pt x="1871" y="568"/>
                  </a:lnTo>
                  <a:lnTo>
                    <a:pt x="1713" y="670"/>
                  </a:lnTo>
                  <a:lnTo>
                    <a:pt x="1565" y="783"/>
                  </a:lnTo>
                  <a:lnTo>
                    <a:pt x="1418" y="896"/>
                  </a:lnTo>
                  <a:lnTo>
                    <a:pt x="1270" y="1021"/>
                  </a:lnTo>
                  <a:lnTo>
                    <a:pt x="1134" y="1157"/>
                  </a:lnTo>
                  <a:lnTo>
                    <a:pt x="1010" y="1293"/>
                  </a:lnTo>
                  <a:lnTo>
                    <a:pt x="885" y="1441"/>
                  </a:lnTo>
                  <a:lnTo>
                    <a:pt x="772" y="1588"/>
                  </a:lnTo>
                  <a:lnTo>
                    <a:pt x="658" y="1747"/>
                  </a:lnTo>
                  <a:lnTo>
                    <a:pt x="556" y="1906"/>
                  </a:lnTo>
                  <a:lnTo>
                    <a:pt x="465" y="2064"/>
                  </a:lnTo>
                  <a:lnTo>
                    <a:pt x="375" y="2246"/>
                  </a:lnTo>
                  <a:lnTo>
                    <a:pt x="307" y="2416"/>
                  </a:lnTo>
                  <a:lnTo>
                    <a:pt x="227" y="2597"/>
                  </a:lnTo>
                  <a:lnTo>
                    <a:pt x="171" y="2779"/>
                  </a:lnTo>
                  <a:lnTo>
                    <a:pt x="114" y="2971"/>
                  </a:lnTo>
                  <a:lnTo>
                    <a:pt x="80" y="3164"/>
                  </a:lnTo>
                  <a:lnTo>
                    <a:pt x="46" y="3357"/>
                  </a:lnTo>
                  <a:lnTo>
                    <a:pt x="12" y="3550"/>
                  </a:lnTo>
                  <a:lnTo>
                    <a:pt x="1" y="3754"/>
                  </a:lnTo>
                  <a:lnTo>
                    <a:pt x="1" y="3958"/>
                  </a:lnTo>
                  <a:lnTo>
                    <a:pt x="1" y="95757"/>
                  </a:lnTo>
                  <a:lnTo>
                    <a:pt x="1" y="95757"/>
                  </a:lnTo>
                  <a:lnTo>
                    <a:pt x="1" y="95961"/>
                  </a:lnTo>
                  <a:lnTo>
                    <a:pt x="12" y="96154"/>
                  </a:lnTo>
                  <a:lnTo>
                    <a:pt x="46" y="96358"/>
                  </a:lnTo>
                  <a:lnTo>
                    <a:pt x="80" y="96551"/>
                  </a:lnTo>
                  <a:lnTo>
                    <a:pt x="114" y="96744"/>
                  </a:lnTo>
                  <a:lnTo>
                    <a:pt x="171" y="96936"/>
                  </a:lnTo>
                  <a:lnTo>
                    <a:pt x="227" y="97118"/>
                  </a:lnTo>
                  <a:lnTo>
                    <a:pt x="307" y="97299"/>
                  </a:lnTo>
                  <a:lnTo>
                    <a:pt x="375" y="97469"/>
                  </a:lnTo>
                  <a:lnTo>
                    <a:pt x="465" y="97639"/>
                  </a:lnTo>
                  <a:lnTo>
                    <a:pt x="556" y="97809"/>
                  </a:lnTo>
                  <a:lnTo>
                    <a:pt x="658" y="97968"/>
                  </a:lnTo>
                  <a:lnTo>
                    <a:pt x="772" y="98127"/>
                  </a:lnTo>
                  <a:lnTo>
                    <a:pt x="885" y="98274"/>
                  </a:lnTo>
                  <a:lnTo>
                    <a:pt x="1010" y="98422"/>
                  </a:lnTo>
                  <a:lnTo>
                    <a:pt x="1134" y="98558"/>
                  </a:lnTo>
                  <a:lnTo>
                    <a:pt x="1270" y="98683"/>
                  </a:lnTo>
                  <a:lnTo>
                    <a:pt x="1418" y="98807"/>
                  </a:lnTo>
                  <a:lnTo>
                    <a:pt x="1565" y="98932"/>
                  </a:lnTo>
                  <a:lnTo>
                    <a:pt x="1713" y="99034"/>
                  </a:lnTo>
                  <a:lnTo>
                    <a:pt x="1871" y="99147"/>
                  </a:lnTo>
                  <a:lnTo>
                    <a:pt x="2030" y="99238"/>
                  </a:lnTo>
                  <a:lnTo>
                    <a:pt x="2200" y="99329"/>
                  </a:lnTo>
                  <a:lnTo>
                    <a:pt x="2370" y="99408"/>
                  </a:lnTo>
                  <a:lnTo>
                    <a:pt x="2552" y="99476"/>
                  </a:lnTo>
                  <a:lnTo>
                    <a:pt x="2733" y="99533"/>
                  </a:lnTo>
                  <a:lnTo>
                    <a:pt x="2915" y="99590"/>
                  </a:lnTo>
                  <a:lnTo>
                    <a:pt x="3107" y="99635"/>
                  </a:lnTo>
                  <a:lnTo>
                    <a:pt x="3300" y="99669"/>
                  </a:lnTo>
                  <a:lnTo>
                    <a:pt x="3493" y="99692"/>
                  </a:lnTo>
                  <a:lnTo>
                    <a:pt x="3686" y="99714"/>
                  </a:lnTo>
                  <a:lnTo>
                    <a:pt x="3890" y="99714"/>
                  </a:lnTo>
                  <a:lnTo>
                    <a:pt x="47975" y="99714"/>
                  </a:lnTo>
                  <a:lnTo>
                    <a:pt x="47975" y="99714"/>
                  </a:lnTo>
                  <a:lnTo>
                    <a:pt x="48168" y="99714"/>
                  </a:lnTo>
                  <a:lnTo>
                    <a:pt x="48372" y="99692"/>
                  </a:lnTo>
                  <a:lnTo>
                    <a:pt x="48565" y="99669"/>
                  </a:lnTo>
                  <a:lnTo>
                    <a:pt x="48758" y="99635"/>
                  </a:lnTo>
                  <a:lnTo>
                    <a:pt x="48950" y="99590"/>
                  </a:lnTo>
                  <a:lnTo>
                    <a:pt x="49132" y="99533"/>
                  </a:lnTo>
                  <a:lnTo>
                    <a:pt x="49313" y="99476"/>
                  </a:lnTo>
                  <a:lnTo>
                    <a:pt x="49483" y="99408"/>
                  </a:lnTo>
                  <a:lnTo>
                    <a:pt x="49665" y="99329"/>
                  </a:lnTo>
                  <a:lnTo>
                    <a:pt x="49823" y="99238"/>
                  </a:lnTo>
                  <a:lnTo>
                    <a:pt x="49993" y="99147"/>
                  </a:lnTo>
                  <a:lnTo>
                    <a:pt x="50152" y="99034"/>
                  </a:lnTo>
                  <a:lnTo>
                    <a:pt x="50300" y="98932"/>
                  </a:lnTo>
                  <a:lnTo>
                    <a:pt x="50447" y="98807"/>
                  </a:lnTo>
                  <a:lnTo>
                    <a:pt x="50594" y="98683"/>
                  </a:lnTo>
                  <a:lnTo>
                    <a:pt x="50730" y="98558"/>
                  </a:lnTo>
                  <a:lnTo>
                    <a:pt x="50855" y="98422"/>
                  </a:lnTo>
                  <a:lnTo>
                    <a:pt x="50980" y="98274"/>
                  </a:lnTo>
                  <a:lnTo>
                    <a:pt x="51093" y="98127"/>
                  </a:lnTo>
                  <a:lnTo>
                    <a:pt x="51195" y="97968"/>
                  </a:lnTo>
                  <a:lnTo>
                    <a:pt x="51297" y="97809"/>
                  </a:lnTo>
                  <a:lnTo>
                    <a:pt x="51399" y="97639"/>
                  </a:lnTo>
                  <a:lnTo>
                    <a:pt x="51479" y="97469"/>
                  </a:lnTo>
                  <a:lnTo>
                    <a:pt x="51558" y="97299"/>
                  </a:lnTo>
                  <a:lnTo>
                    <a:pt x="51626" y="97118"/>
                  </a:lnTo>
                  <a:lnTo>
                    <a:pt x="51694" y="96936"/>
                  </a:lnTo>
                  <a:lnTo>
                    <a:pt x="51740" y="96744"/>
                  </a:lnTo>
                  <a:lnTo>
                    <a:pt x="51785" y="96551"/>
                  </a:lnTo>
                  <a:lnTo>
                    <a:pt x="51819" y="96358"/>
                  </a:lnTo>
                  <a:lnTo>
                    <a:pt x="51842" y="96154"/>
                  </a:lnTo>
                  <a:lnTo>
                    <a:pt x="51864" y="95961"/>
                  </a:lnTo>
                  <a:lnTo>
                    <a:pt x="51864" y="95757"/>
                  </a:lnTo>
                  <a:lnTo>
                    <a:pt x="51864" y="3958"/>
                  </a:lnTo>
                  <a:lnTo>
                    <a:pt x="51864" y="3958"/>
                  </a:lnTo>
                  <a:lnTo>
                    <a:pt x="51864" y="3754"/>
                  </a:lnTo>
                  <a:lnTo>
                    <a:pt x="51842" y="3550"/>
                  </a:lnTo>
                  <a:lnTo>
                    <a:pt x="51819" y="3357"/>
                  </a:lnTo>
                  <a:lnTo>
                    <a:pt x="51785" y="3164"/>
                  </a:lnTo>
                  <a:lnTo>
                    <a:pt x="51740" y="2971"/>
                  </a:lnTo>
                  <a:lnTo>
                    <a:pt x="51694" y="2779"/>
                  </a:lnTo>
                  <a:lnTo>
                    <a:pt x="51626" y="2597"/>
                  </a:lnTo>
                  <a:lnTo>
                    <a:pt x="51558" y="2416"/>
                  </a:lnTo>
                  <a:lnTo>
                    <a:pt x="51479" y="2246"/>
                  </a:lnTo>
                  <a:lnTo>
                    <a:pt x="51399" y="2064"/>
                  </a:lnTo>
                  <a:lnTo>
                    <a:pt x="51297" y="1906"/>
                  </a:lnTo>
                  <a:lnTo>
                    <a:pt x="51195" y="1747"/>
                  </a:lnTo>
                  <a:lnTo>
                    <a:pt x="51093" y="1588"/>
                  </a:lnTo>
                  <a:lnTo>
                    <a:pt x="50980" y="1441"/>
                  </a:lnTo>
                  <a:lnTo>
                    <a:pt x="50855" y="1293"/>
                  </a:lnTo>
                  <a:lnTo>
                    <a:pt x="50730" y="1157"/>
                  </a:lnTo>
                  <a:lnTo>
                    <a:pt x="50594" y="1021"/>
                  </a:lnTo>
                  <a:lnTo>
                    <a:pt x="50447" y="896"/>
                  </a:lnTo>
                  <a:lnTo>
                    <a:pt x="50300" y="783"/>
                  </a:lnTo>
                  <a:lnTo>
                    <a:pt x="50152" y="670"/>
                  </a:lnTo>
                  <a:lnTo>
                    <a:pt x="49993" y="568"/>
                  </a:lnTo>
                  <a:lnTo>
                    <a:pt x="49823" y="477"/>
                  </a:lnTo>
                  <a:lnTo>
                    <a:pt x="49665" y="386"/>
                  </a:lnTo>
                  <a:lnTo>
                    <a:pt x="49483" y="307"/>
                  </a:lnTo>
                  <a:lnTo>
                    <a:pt x="49313" y="239"/>
                  </a:lnTo>
                  <a:lnTo>
                    <a:pt x="49132" y="171"/>
                  </a:lnTo>
                  <a:lnTo>
                    <a:pt x="48950" y="125"/>
                  </a:lnTo>
                  <a:lnTo>
                    <a:pt x="48758" y="80"/>
                  </a:lnTo>
                  <a:lnTo>
                    <a:pt x="48565" y="46"/>
                  </a:lnTo>
                  <a:lnTo>
                    <a:pt x="48372" y="12"/>
                  </a:lnTo>
                  <a:lnTo>
                    <a:pt x="48168" y="1"/>
                  </a:lnTo>
                  <a:lnTo>
                    <a:pt x="479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1900289" y="1599685"/>
              <a:ext cx="1640576" cy="3034934"/>
            </a:xfrm>
            <a:custGeom>
              <a:rect b="b" l="l" r="r" t="t"/>
              <a:pathLst>
                <a:path extrusionOk="0" h="89612" w="48441">
                  <a:moveTo>
                    <a:pt x="1203" y="1"/>
                  </a:moveTo>
                  <a:lnTo>
                    <a:pt x="1078" y="23"/>
                  </a:lnTo>
                  <a:lnTo>
                    <a:pt x="942" y="57"/>
                  </a:lnTo>
                  <a:lnTo>
                    <a:pt x="817" y="103"/>
                  </a:lnTo>
                  <a:lnTo>
                    <a:pt x="704" y="159"/>
                  </a:lnTo>
                  <a:lnTo>
                    <a:pt x="590" y="227"/>
                  </a:lnTo>
                  <a:lnTo>
                    <a:pt x="488" y="307"/>
                  </a:lnTo>
                  <a:lnTo>
                    <a:pt x="398" y="386"/>
                  </a:lnTo>
                  <a:lnTo>
                    <a:pt x="307" y="488"/>
                  </a:lnTo>
                  <a:lnTo>
                    <a:pt x="227" y="590"/>
                  </a:lnTo>
                  <a:lnTo>
                    <a:pt x="159" y="704"/>
                  </a:lnTo>
                  <a:lnTo>
                    <a:pt x="103" y="817"/>
                  </a:lnTo>
                  <a:lnTo>
                    <a:pt x="57" y="942"/>
                  </a:lnTo>
                  <a:lnTo>
                    <a:pt x="23" y="1078"/>
                  </a:lnTo>
                  <a:lnTo>
                    <a:pt x="1" y="1202"/>
                  </a:lnTo>
                  <a:lnTo>
                    <a:pt x="1" y="1338"/>
                  </a:lnTo>
                  <a:lnTo>
                    <a:pt x="1" y="88262"/>
                  </a:lnTo>
                  <a:lnTo>
                    <a:pt x="1" y="88398"/>
                  </a:lnTo>
                  <a:lnTo>
                    <a:pt x="23" y="88534"/>
                  </a:lnTo>
                  <a:lnTo>
                    <a:pt x="57" y="88659"/>
                  </a:lnTo>
                  <a:lnTo>
                    <a:pt x="103" y="88784"/>
                  </a:lnTo>
                  <a:lnTo>
                    <a:pt x="159" y="88897"/>
                  </a:lnTo>
                  <a:lnTo>
                    <a:pt x="227" y="89010"/>
                  </a:lnTo>
                  <a:lnTo>
                    <a:pt x="307" y="89112"/>
                  </a:lnTo>
                  <a:lnTo>
                    <a:pt x="398" y="89214"/>
                  </a:lnTo>
                  <a:lnTo>
                    <a:pt x="488" y="89305"/>
                  </a:lnTo>
                  <a:lnTo>
                    <a:pt x="590" y="89373"/>
                  </a:lnTo>
                  <a:lnTo>
                    <a:pt x="704" y="89441"/>
                  </a:lnTo>
                  <a:lnTo>
                    <a:pt x="817" y="89498"/>
                  </a:lnTo>
                  <a:lnTo>
                    <a:pt x="942" y="89543"/>
                  </a:lnTo>
                  <a:lnTo>
                    <a:pt x="1078" y="89577"/>
                  </a:lnTo>
                  <a:lnTo>
                    <a:pt x="1203" y="89600"/>
                  </a:lnTo>
                  <a:lnTo>
                    <a:pt x="1350" y="89611"/>
                  </a:lnTo>
                  <a:lnTo>
                    <a:pt x="47091" y="89611"/>
                  </a:lnTo>
                  <a:lnTo>
                    <a:pt x="47227" y="89600"/>
                  </a:lnTo>
                  <a:lnTo>
                    <a:pt x="47363" y="89577"/>
                  </a:lnTo>
                  <a:lnTo>
                    <a:pt x="47488" y="89543"/>
                  </a:lnTo>
                  <a:lnTo>
                    <a:pt x="47612" y="89498"/>
                  </a:lnTo>
                  <a:lnTo>
                    <a:pt x="47737" y="89441"/>
                  </a:lnTo>
                  <a:lnTo>
                    <a:pt x="47851" y="89373"/>
                  </a:lnTo>
                  <a:lnTo>
                    <a:pt x="47953" y="89305"/>
                  </a:lnTo>
                  <a:lnTo>
                    <a:pt x="48043" y="89214"/>
                  </a:lnTo>
                  <a:lnTo>
                    <a:pt x="48134" y="89112"/>
                  </a:lnTo>
                  <a:lnTo>
                    <a:pt x="48213" y="89010"/>
                  </a:lnTo>
                  <a:lnTo>
                    <a:pt x="48281" y="88897"/>
                  </a:lnTo>
                  <a:lnTo>
                    <a:pt x="48338" y="88784"/>
                  </a:lnTo>
                  <a:lnTo>
                    <a:pt x="48384" y="88659"/>
                  </a:lnTo>
                  <a:lnTo>
                    <a:pt x="48418" y="88534"/>
                  </a:lnTo>
                  <a:lnTo>
                    <a:pt x="48429" y="88398"/>
                  </a:lnTo>
                  <a:lnTo>
                    <a:pt x="48440" y="88262"/>
                  </a:lnTo>
                  <a:lnTo>
                    <a:pt x="48440" y="1338"/>
                  </a:lnTo>
                  <a:lnTo>
                    <a:pt x="48429" y="1202"/>
                  </a:lnTo>
                  <a:lnTo>
                    <a:pt x="48418" y="1078"/>
                  </a:lnTo>
                  <a:lnTo>
                    <a:pt x="48384" y="942"/>
                  </a:lnTo>
                  <a:lnTo>
                    <a:pt x="48338" y="817"/>
                  </a:lnTo>
                  <a:lnTo>
                    <a:pt x="48281" y="704"/>
                  </a:lnTo>
                  <a:lnTo>
                    <a:pt x="48213" y="590"/>
                  </a:lnTo>
                  <a:lnTo>
                    <a:pt x="48134" y="488"/>
                  </a:lnTo>
                  <a:lnTo>
                    <a:pt x="48043" y="386"/>
                  </a:lnTo>
                  <a:lnTo>
                    <a:pt x="47953" y="307"/>
                  </a:lnTo>
                  <a:lnTo>
                    <a:pt x="47851" y="227"/>
                  </a:lnTo>
                  <a:lnTo>
                    <a:pt x="47737" y="159"/>
                  </a:lnTo>
                  <a:lnTo>
                    <a:pt x="47612" y="103"/>
                  </a:lnTo>
                  <a:lnTo>
                    <a:pt x="47488" y="57"/>
                  </a:lnTo>
                  <a:lnTo>
                    <a:pt x="47363" y="23"/>
                  </a:lnTo>
                  <a:lnTo>
                    <a:pt x="47227" y="1"/>
                  </a:lnTo>
                  <a:close/>
                </a:path>
              </a:pathLst>
            </a:custGeom>
            <a:solidFill>
              <a:srgbClr val="0C446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1900289" y="1599685"/>
              <a:ext cx="1640576" cy="3034934"/>
            </a:xfrm>
            <a:custGeom>
              <a:rect b="b" l="l" r="r" t="t"/>
              <a:pathLst>
                <a:path extrusionOk="0" fill="none" h="89612" w="48441">
                  <a:moveTo>
                    <a:pt x="1350" y="89611"/>
                  </a:moveTo>
                  <a:lnTo>
                    <a:pt x="1350" y="89611"/>
                  </a:lnTo>
                  <a:lnTo>
                    <a:pt x="1203" y="89600"/>
                  </a:lnTo>
                  <a:lnTo>
                    <a:pt x="1078" y="89577"/>
                  </a:lnTo>
                  <a:lnTo>
                    <a:pt x="942" y="89543"/>
                  </a:lnTo>
                  <a:lnTo>
                    <a:pt x="817" y="89498"/>
                  </a:lnTo>
                  <a:lnTo>
                    <a:pt x="704" y="89441"/>
                  </a:lnTo>
                  <a:lnTo>
                    <a:pt x="590" y="89373"/>
                  </a:lnTo>
                  <a:lnTo>
                    <a:pt x="488" y="89305"/>
                  </a:lnTo>
                  <a:lnTo>
                    <a:pt x="398" y="89214"/>
                  </a:lnTo>
                  <a:lnTo>
                    <a:pt x="307" y="89112"/>
                  </a:lnTo>
                  <a:lnTo>
                    <a:pt x="227" y="89010"/>
                  </a:lnTo>
                  <a:lnTo>
                    <a:pt x="159" y="88897"/>
                  </a:lnTo>
                  <a:lnTo>
                    <a:pt x="103" y="88784"/>
                  </a:lnTo>
                  <a:lnTo>
                    <a:pt x="57" y="88659"/>
                  </a:lnTo>
                  <a:lnTo>
                    <a:pt x="23" y="88534"/>
                  </a:lnTo>
                  <a:lnTo>
                    <a:pt x="1" y="88398"/>
                  </a:lnTo>
                  <a:lnTo>
                    <a:pt x="1" y="88262"/>
                  </a:lnTo>
                  <a:lnTo>
                    <a:pt x="1" y="1338"/>
                  </a:lnTo>
                  <a:lnTo>
                    <a:pt x="1" y="1338"/>
                  </a:lnTo>
                  <a:lnTo>
                    <a:pt x="1" y="1202"/>
                  </a:lnTo>
                  <a:lnTo>
                    <a:pt x="23" y="1078"/>
                  </a:lnTo>
                  <a:lnTo>
                    <a:pt x="57" y="942"/>
                  </a:lnTo>
                  <a:lnTo>
                    <a:pt x="103" y="817"/>
                  </a:lnTo>
                  <a:lnTo>
                    <a:pt x="159" y="704"/>
                  </a:lnTo>
                  <a:lnTo>
                    <a:pt x="227" y="590"/>
                  </a:lnTo>
                  <a:lnTo>
                    <a:pt x="307" y="488"/>
                  </a:lnTo>
                  <a:lnTo>
                    <a:pt x="398" y="386"/>
                  </a:lnTo>
                  <a:lnTo>
                    <a:pt x="488" y="307"/>
                  </a:lnTo>
                  <a:lnTo>
                    <a:pt x="590" y="227"/>
                  </a:lnTo>
                  <a:lnTo>
                    <a:pt x="704" y="159"/>
                  </a:lnTo>
                  <a:lnTo>
                    <a:pt x="817" y="103"/>
                  </a:lnTo>
                  <a:lnTo>
                    <a:pt x="942" y="57"/>
                  </a:lnTo>
                  <a:lnTo>
                    <a:pt x="1078" y="23"/>
                  </a:lnTo>
                  <a:lnTo>
                    <a:pt x="1203" y="1"/>
                  </a:lnTo>
                  <a:lnTo>
                    <a:pt x="1350" y="1"/>
                  </a:lnTo>
                  <a:lnTo>
                    <a:pt x="47091" y="1"/>
                  </a:lnTo>
                  <a:lnTo>
                    <a:pt x="47091" y="1"/>
                  </a:lnTo>
                  <a:lnTo>
                    <a:pt x="47227" y="1"/>
                  </a:lnTo>
                  <a:lnTo>
                    <a:pt x="47363" y="23"/>
                  </a:lnTo>
                  <a:lnTo>
                    <a:pt x="47488" y="57"/>
                  </a:lnTo>
                  <a:lnTo>
                    <a:pt x="47612" y="103"/>
                  </a:lnTo>
                  <a:lnTo>
                    <a:pt x="47737" y="159"/>
                  </a:lnTo>
                  <a:lnTo>
                    <a:pt x="47851" y="227"/>
                  </a:lnTo>
                  <a:lnTo>
                    <a:pt x="47953" y="307"/>
                  </a:lnTo>
                  <a:lnTo>
                    <a:pt x="48043" y="386"/>
                  </a:lnTo>
                  <a:lnTo>
                    <a:pt x="48134" y="488"/>
                  </a:lnTo>
                  <a:lnTo>
                    <a:pt x="48213" y="590"/>
                  </a:lnTo>
                  <a:lnTo>
                    <a:pt x="48281" y="704"/>
                  </a:lnTo>
                  <a:lnTo>
                    <a:pt x="48338" y="817"/>
                  </a:lnTo>
                  <a:lnTo>
                    <a:pt x="48384" y="942"/>
                  </a:lnTo>
                  <a:lnTo>
                    <a:pt x="48418" y="1078"/>
                  </a:lnTo>
                  <a:lnTo>
                    <a:pt x="48429" y="1202"/>
                  </a:lnTo>
                  <a:lnTo>
                    <a:pt x="48440" y="1338"/>
                  </a:lnTo>
                  <a:lnTo>
                    <a:pt x="48440" y="88262"/>
                  </a:lnTo>
                  <a:lnTo>
                    <a:pt x="48440" y="88262"/>
                  </a:lnTo>
                  <a:lnTo>
                    <a:pt x="48429" y="88398"/>
                  </a:lnTo>
                  <a:lnTo>
                    <a:pt x="48418" y="88534"/>
                  </a:lnTo>
                  <a:lnTo>
                    <a:pt x="48384" y="88659"/>
                  </a:lnTo>
                  <a:lnTo>
                    <a:pt x="48338" y="88784"/>
                  </a:lnTo>
                  <a:lnTo>
                    <a:pt x="48281" y="88897"/>
                  </a:lnTo>
                  <a:lnTo>
                    <a:pt x="48213" y="89010"/>
                  </a:lnTo>
                  <a:lnTo>
                    <a:pt x="48134" y="89112"/>
                  </a:lnTo>
                  <a:lnTo>
                    <a:pt x="48043" y="89214"/>
                  </a:lnTo>
                  <a:lnTo>
                    <a:pt x="47953" y="89305"/>
                  </a:lnTo>
                  <a:lnTo>
                    <a:pt x="47851" y="89373"/>
                  </a:lnTo>
                  <a:lnTo>
                    <a:pt x="47737" y="89441"/>
                  </a:lnTo>
                  <a:lnTo>
                    <a:pt x="47612" y="89498"/>
                  </a:lnTo>
                  <a:lnTo>
                    <a:pt x="47488" y="89543"/>
                  </a:lnTo>
                  <a:lnTo>
                    <a:pt x="47363" y="89577"/>
                  </a:lnTo>
                  <a:lnTo>
                    <a:pt x="47227" y="89600"/>
                  </a:lnTo>
                  <a:lnTo>
                    <a:pt x="47091" y="89611"/>
                  </a:lnTo>
                  <a:lnTo>
                    <a:pt x="1350" y="896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1900289" y="1599685"/>
              <a:ext cx="1640576" cy="3034934"/>
            </a:xfrm>
            <a:custGeom>
              <a:rect b="b" l="l" r="r" t="t"/>
              <a:pathLst>
                <a:path extrusionOk="0" h="89612" w="48441">
                  <a:moveTo>
                    <a:pt x="1203" y="1"/>
                  </a:moveTo>
                  <a:lnTo>
                    <a:pt x="1078" y="23"/>
                  </a:lnTo>
                  <a:lnTo>
                    <a:pt x="942" y="57"/>
                  </a:lnTo>
                  <a:lnTo>
                    <a:pt x="817" y="103"/>
                  </a:lnTo>
                  <a:lnTo>
                    <a:pt x="704" y="159"/>
                  </a:lnTo>
                  <a:lnTo>
                    <a:pt x="590" y="227"/>
                  </a:lnTo>
                  <a:lnTo>
                    <a:pt x="488" y="307"/>
                  </a:lnTo>
                  <a:lnTo>
                    <a:pt x="398" y="386"/>
                  </a:lnTo>
                  <a:lnTo>
                    <a:pt x="307" y="488"/>
                  </a:lnTo>
                  <a:lnTo>
                    <a:pt x="227" y="590"/>
                  </a:lnTo>
                  <a:lnTo>
                    <a:pt x="159" y="704"/>
                  </a:lnTo>
                  <a:lnTo>
                    <a:pt x="103" y="817"/>
                  </a:lnTo>
                  <a:lnTo>
                    <a:pt x="57" y="942"/>
                  </a:lnTo>
                  <a:lnTo>
                    <a:pt x="23" y="1078"/>
                  </a:lnTo>
                  <a:lnTo>
                    <a:pt x="1" y="1202"/>
                  </a:lnTo>
                  <a:lnTo>
                    <a:pt x="1" y="1338"/>
                  </a:lnTo>
                  <a:lnTo>
                    <a:pt x="1" y="88262"/>
                  </a:lnTo>
                  <a:lnTo>
                    <a:pt x="1" y="88398"/>
                  </a:lnTo>
                  <a:lnTo>
                    <a:pt x="23" y="88534"/>
                  </a:lnTo>
                  <a:lnTo>
                    <a:pt x="57" y="88659"/>
                  </a:lnTo>
                  <a:lnTo>
                    <a:pt x="103" y="88784"/>
                  </a:lnTo>
                  <a:lnTo>
                    <a:pt x="159" y="88897"/>
                  </a:lnTo>
                  <a:lnTo>
                    <a:pt x="227" y="89010"/>
                  </a:lnTo>
                  <a:lnTo>
                    <a:pt x="307" y="89112"/>
                  </a:lnTo>
                  <a:lnTo>
                    <a:pt x="398" y="89214"/>
                  </a:lnTo>
                  <a:lnTo>
                    <a:pt x="488" y="89305"/>
                  </a:lnTo>
                  <a:lnTo>
                    <a:pt x="590" y="89373"/>
                  </a:lnTo>
                  <a:lnTo>
                    <a:pt x="704" y="89441"/>
                  </a:lnTo>
                  <a:lnTo>
                    <a:pt x="817" y="89498"/>
                  </a:lnTo>
                  <a:lnTo>
                    <a:pt x="942" y="89543"/>
                  </a:lnTo>
                  <a:lnTo>
                    <a:pt x="1078" y="89577"/>
                  </a:lnTo>
                  <a:lnTo>
                    <a:pt x="1203" y="89600"/>
                  </a:lnTo>
                  <a:lnTo>
                    <a:pt x="1350" y="89611"/>
                  </a:lnTo>
                  <a:lnTo>
                    <a:pt x="47091" y="89611"/>
                  </a:lnTo>
                  <a:lnTo>
                    <a:pt x="47227" y="89600"/>
                  </a:lnTo>
                  <a:lnTo>
                    <a:pt x="47363" y="89577"/>
                  </a:lnTo>
                  <a:lnTo>
                    <a:pt x="47488" y="89543"/>
                  </a:lnTo>
                  <a:lnTo>
                    <a:pt x="47612" y="89498"/>
                  </a:lnTo>
                  <a:lnTo>
                    <a:pt x="47737" y="89441"/>
                  </a:lnTo>
                  <a:lnTo>
                    <a:pt x="47851" y="89373"/>
                  </a:lnTo>
                  <a:lnTo>
                    <a:pt x="47953" y="89305"/>
                  </a:lnTo>
                  <a:lnTo>
                    <a:pt x="48043" y="89214"/>
                  </a:lnTo>
                  <a:lnTo>
                    <a:pt x="48134" y="89112"/>
                  </a:lnTo>
                  <a:lnTo>
                    <a:pt x="48213" y="89010"/>
                  </a:lnTo>
                  <a:lnTo>
                    <a:pt x="48281" y="88897"/>
                  </a:lnTo>
                  <a:lnTo>
                    <a:pt x="48338" y="88784"/>
                  </a:lnTo>
                  <a:lnTo>
                    <a:pt x="48384" y="88659"/>
                  </a:lnTo>
                  <a:lnTo>
                    <a:pt x="48418" y="88534"/>
                  </a:lnTo>
                  <a:lnTo>
                    <a:pt x="48429" y="88398"/>
                  </a:lnTo>
                  <a:lnTo>
                    <a:pt x="48440" y="88262"/>
                  </a:lnTo>
                  <a:lnTo>
                    <a:pt x="48440" y="1338"/>
                  </a:lnTo>
                  <a:lnTo>
                    <a:pt x="48429" y="1202"/>
                  </a:lnTo>
                  <a:lnTo>
                    <a:pt x="48418" y="1078"/>
                  </a:lnTo>
                  <a:lnTo>
                    <a:pt x="48384" y="942"/>
                  </a:lnTo>
                  <a:lnTo>
                    <a:pt x="48338" y="817"/>
                  </a:lnTo>
                  <a:lnTo>
                    <a:pt x="48281" y="704"/>
                  </a:lnTo>
                  <a:lnTo>
                    <a:pt x="48213" y="590"/>
                  </a:lnTo>
                  <a:lnTo>
                    <a:pt x="48134" y="488"/>
                  </a:lnTo>
                  <a:lnTo>
                    <a:pt x="48043" y="386"/>
                  </a:lnTo>
                  <a:lnTo>
                    <a:pt x="47953" y="307"/>
                  </a:lnTo>
                  <a:lnTo>
                    <a:pt x="47851" y="227"/>
                  </a:lnTo>
                  <a:lnTo>
                    <a:pt x="47737" y="159"/>
                  </a:lnTo>
                  <a:lnTo>
                    <a:pt x="47612" y="103"/>
                  </a:lnTo>
                  <a:lnTo>
                    <a:pt x="47488" y="57"/>
                  </a:lnTo>
                  <a:lnTo>
                    <a:pt x="47363" y="23"/>
                  </a:lnTo>
                  <a:lnTo>
                    <a:pt x="47227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1900289" y="1599685"/>
              <a:ext cx="1640576" cy="3034934"/>
            </a:xfrm>
            <a:custGeom>
              <a:rect b="b" l="l" r="r" t="t"/>
              <a:pathLst>
                <a:path extrusionOk="0" fill="none" h="89612" w="48441">
                  <a:moveTo>
                    <a:pt x="47091" y="1"/>
                  </a:moveTo>
                  <a:lnTo>
                    <a:pt x="1350" y="1"/>
                  </a:lnTo>
                  <a:lnTo>
                    <a:pt x="1350" y="1"/>
                  </a:lnTo>
                  <a:lnTo>
                    <a:pt x="1203" y="1"/>
                  </a:lnTo>
                  <a:lnTo>
                    <a:pt x="1078" y="23"/>
                  </a:lnTo>
                  <a:lnTo>
                    <a:pt x="942" y="57"/>
                  </a:lnTo>
                  <a:lnTo>
                    <a:pt x="817" y="103"/>
                  </a:lnTo>
                  <a:lnTo>
                    <a:pt x="704" y="159"/>
                  </a:lnTo>
                  <a:lnTo>
                    <a:pt x="590" y="227"/>
                  </a:lnTo>
                  <a:lnTo>
                    <a:pt x="488" y="307"/>
                  </a:lnTo>
                  <a:lnTo>
                    <a:pt x="398" y="386"/>
                  </a:lnTo>
                  <a:lnTo>
                    <a:pt x="307" y="488"/>
                  </a:lnTo>
                  <a:lnTo>
                    <a:pt x="227" y="590"/>
                  </a:lnTo>
                  <a:lnTo>
                    <a:pt x="159" y="704"/>
                  </a:lnTo>
                  <a:lnTo>
                    <a:pt x="103" y="817"/>
                  </a:lnTo>
                  <a:lnTo>
                    <a:pt x="57" y="942"/>
                  </a:lnTo>
                  <a:lnTo>
                    <a:pt x="23" y="1078"/>
                  </a:lnTo>
                  <a:lnTo>
                    <a:pt x="1" y="1202"/>
                  </a:lnTo>
                  <a:lnTo>
                    <a:pt x="1" y="1338"/>
                  </a:lnTo>
                  <a:lnTo>
                    <a:pt x="1" y="88262"/>
                  </a:lnTo>
                  <a:lnTo>
                    <a:pt x="1" y="88262"/>
                  </a:lnTo>
                  <a:lnTo>
                    <a:pt x="1" y="88398"/>
                  </a:lnTo>
                  <a:lnTo>
                    <a:pt x="23" y="88534"/>
                  </a:lnTo>
                  <a:lnTo>
                    <a:pt x="57" y="88659"/>
                  </a:lnTo>
                  <a:lnTo>
                    <a:pt x="103" y="88784"/>
                  </a:lnTo>
                  <a:lnTo>
                    <a:pt x="159" y="88897"/>
                  </a:lnTo>
                  <a:lnTo>
                    <a:pt x="227" y="89010"/>
                  </a:lnTo>
                  <a:lnTo>
                    <a:pt x="307" y="89112"/>
                  </a:lnTo>
                  <a:lnTo>
                    <a:pt x="398" y="89214"/>
                  </a:lnTo>
                  <a:lnTo>
                    <a:pt x="488" y="89305"/>
                  </a:lnTo>
                  <a:lnTo>
                    <a:pt x="590" y="89373"/>
                  </a:lnTo>
                  <a:lnTo>
                    <a:pt x="704" y="89441"/>
                  </a:lnTo>
                  <a:lnTo>
                    <a:pt x="817" y="89498"/>
                  </a:lnTo>
                  <a:lnTo>
                    <a:pt x="942" y="89543"/>
                  </a:lnTo>
                  <a:lnTo>
                    <a:pt x="1078" y="89577"/>
                  </a:lnTo>
                  <a:lnTo>
                    <a:pt x="1203" y="89600"/>
                  </a:lnTo>
                  <a:lnTo>
                    <a:pt x="1350" y="89611"/>
                  </a:lnTo>
                  <a:lnTo>
                    <a:pt x="47091" y="89611"/>
                  </a:lnTo>
                  <a:lnTo>
                    <a:pt x="47091" y="89611"/>
                  </a:lnTo>
                  <a:lnTo>
                    <a:pt x="47227" y="89600"/>
                  </a:lnTo>
                  <a:lnTo>
                    <a:pt x="47363" y="89577"/>
                  </a:lnTo>
                  <a:lnTo>
                    <a:pt x="47488" y="89543"/>
                  </a:lnTo>
                  <a:lnTo>
                    <a:pt x="47612" y="89498"/>
                  </a:lnTo>
                  <a:lnTo>
                    <a:pt x="47737" y="89441"/>
                  </a:lnTo>
                  <a:lnTo>
                    <a:pt x="47851" y="89373"/>
                  </a:lnTo>
                  <a:lnTo>
                    <a:pt x="47953" y="89305"/>
                  </a:lnTo>
                  <a:lnTo>
                    <a:pt x="48043" y="89214"/>
                  </a:lnTo>
                  <a:lnTo>
                    <a:pt x="48134" y="89112"/>
                  </a:lnTo>
                  <a:lnTo>
                    <a:pt x="48213" y="89010"/>
                  </a:lnTo>
                  <a:lnTo>
                    <a:pt x="48281" y="88897"/>
                  </a:lnTo>
                  <a:lnTo>
                    <a:pt x="48338" y="88784"/>
                  </a:lnTo>
                  <a:lnTo>
                    <a:pt x="48384" y="88659"/>
                  </a:lnTo>
                  <a:lnTo>
                    <a:pt x="48418" y="88534"/>
                  </a:lnTo>
                  <a:lnTo>
                    <a:pt x="48429" y="88398"/>
                  </a:lnTo>
                  <a:lnTo>
                    <a:pt x="48440" y="88262"/>
                  </a:lnTo>
                  <a:lnTo>
                    <a:pt x="48440" y="1338"/>
                  </a:lnTo>
                  <a:lnTo>
                    <a:pt x="48440" y="1338"/>
                  </a:lnTo>
                  <a:lnTo>
                    <a:pt x="48429" y="1202"/>
                  </a:lnTo>
                  <a:lnTo>
                    <a:pt x="48418" y="1078"/>
                  </a:lnTo>
                  <a:lnTo>
                    <a:pt x="48384" y="942"/>
                  </a:lnTo>
                  <a:lnTo>
                    <a:pt x="48338" y="817"/>
                  </a:lnTo>
                  <a:lnTo>
                    <a:pt x="48281" y="704"/>
                  </a:lnTo>
                  <a:lnTo>
                    <a:pt x="48213" y="590"/>
                  </a:lnTo>
                  <a:lnTo>
                    <a:pt x="48134" y="488"/>
                  </a:lnTo>
                  <a:lnTo>
                    <a:pt x="48043" y="386"/>
                  </a:lnTo>
                  <a:lnTo>
                    <a:pt x="47953" y="307"/>
                  </a:lnTo>
                  <a:lnTo>
                    <a:pt x="47851" y="227"/>
                  </a:lnTo>
                  <a:lnTo>
                    <a:pt x="47737" y="159"/>
                  </a:lnTo>
                  <a:lnTo>
                    <a:pt x="47612" y="103"/>
                  </a:lnTo>
                  <a:lnTo>
                    <a:pt x="47488" y="57"/>
                  </a:lnTo>
                  <a:lnTo>
                    <a:pt x="47363" y="23"/>
                  </a:lnTo>
                  <a:lnTo>
                    <a:pt x="47227" y="1"/>
                  </a:lnTo>
                  <a:lnTo>
                    <a:pt x="470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2436770" y="1436855"/>
              <a:ext cx="496565" cy="81858"/>
            </a:xfrm>
            <a:custGeom>
              <a:rect b="b" l="l" r="r" t="t"/>
              <a:pathLst>
                <a:path extrusionOk="0" h="2417" w="14662">
                  <a:moveTo>
                    <a:pt x="1077" y="1"/>
                  </a:moveTo>
                  <a:lnTo>
                    <a:pt x="964" y="24"/>
                  </a:lnTo>
                  <a:lnTo>
                    <a:pt x="850" y="46"/>
                  </a:lnTo>
                  <a:lnTo>
                    <a:pt x="737" y="92"/>
                  </a:lnTo>
                  <a:lnTo>
                    <a:pt x="624" y="137"/>
                  </a:lnTo>
                  <a:lnTo>
                    <a:pt x="533" y="205"/>
                  </a:lnTo>
                  <a:lnTo>
                    <a:pt x="431" y="273"/>
                  </a:lnTo>
                  <a:lnTo>
                    <a:pt x="352" y="352"/>
                  </a:lnTo>
                  <a:lnTo>
                    <a:pt x="272" y="432"/>
                  </a:lnTo>
                  <a:lnTo>
                    <a:pt x="204" y="534"/>
                  </a:lnTo>
                  <a:lnTo>
                    <a:pt x="147" y="624"/>
                  </a:lnTo>
                  <a:lnTo>
                    <a:pt x="91" y="738"/>
                  </a:lnTo>
                  <a:lnTo>
                    <a:pt x="45" y="840"/>
                  </a:lnTo>
                  <a:lnTo>
                    <a:pt x="23" y="965"/>
                  </a:lnTo>
                  <a:lnTo>
                    <a:pt x="0" y="1078"/>
                  </a:lnTo>
                  <a:lnTo>
                    <a:pt x="0" y="1203"/>
                  </a:lnTo>
                  <a:lnTo>
                    <a:pt x="0" y="1327"/>
                  </a:lnTo>
                  <a:lnTo>
                    <a:pt x="23" y="1452"/>
                  </a:lnTo>
                  <a:lnTo>
                    <a:pt x="45" y="1566"/>
                  </a:lnTo>
                  <a:lnTo>
                    <a:pt x="91" y="1679"/>
                  </a:lnTo>
                  <a:lnTo>
                    <a:pt x="147" y="1781"/>
                  </a:lnTo>
                  <a:lnTo>
                    <a:pt x="204" y="1883"/>
                  </a:lnTo>
                  <a:lnTo>
                    <a:pt x="272" y="1974"/>
                  </a:lnTo>
                  <a:lnTo>
                    <a:pt x="352" y="2065"/>
                  </a:lnTo>
                  <a:lnTo>
                    <a:pt x="431" y="2133"/>
                  </a:lnTo>
                  <a:lnTo>
                    <a:pt x="533" y="2212"/>
                  </a:lnTo>
                  <a:lnTo>
                    <a:pt x="624" y="2269"/>
                  </a:lnTo>
                  <a:lnTo>
                    <a:pt x="737" y="2314"/>
                  </a:lnTo>
                  <a:lnTo>
                    <a:pt x="850" y="2359"/>
                  </a:lnTo>
                  <a:lnTo>
                    <a:pt x="964" y="2393"/>
                  </a:lnTo>
                  <a:lnTo>
                    <a:pt x="1077" y="2405"/>
                  </a:lnTo>
                  <a:lnTo>
                    <a:pt x="1202" y="2416"/>
                  </a:lnTo>
                  <a:lnTo>
                    <a:pt x="13459" y="2416"/>
                  </a:lnTo>
                  <a:lnTo>
                    <a:pt x="13584" y="2405"/>
                  </a:lnTo>
                  <a:lnTo>
                    <a:pt x="13697" y="2393"/>
                  </a:lnTo>
                  <a:lnTo>
                    <a:pt x="13822" y="2359"/>
                  </a:lnTo>
                  <a:lnTo>
                    <a:pt x="13924" y="2314"/>
                  </a:lnTo>
                  <a:lnTo>
                    <a:pt x="14038" y="2269"/>
                  </a:lnTo>
                  <a:lnTo>
                    <a:pt x="14128" y="2212"/>
                  </a:lnTo>
                  <a:lnTo>
                    <a:pt x="14230" y="2133"/>
                  </a:lnTo>
                  <a:lnTo>
                    <a:pt x="14310" y="2065"/>
                  </a:lnTo>
                  <a:lnTo>
                    <a:pt x="14389" y="1974"/>
                  </a:lnTo>
                  <a:lnTo>
                    <a:pt x="14457" y="1883"/>
                  </a:lnTo>
                  <a:lnTo>
                    <a:pt x="14525" y="1781"/>
                  </a:lnTo>
                  <a:lnTo>
                    <a:pt x="14570" y="1679"/>
                  </a:lnTo>
                  <a:lnTo>
                    <a:pt x="14616" y="1566"/>
                  </a:lnTo>
                  <a:lnTo>
                    <a:pt x="14638" y="1452"/>
                  </a:lnTo>
                  <a:lnTo>
                    <a:pt x="14661" y="1327"/>
                  </a:lnTo>
                  <a:lnTo>
                    <a:pt x="14661" y="1203"/>
                  </a:lnTo>
                  <a:lnTo>
                    <a:pt x="14661" y="1078"/>
                  </a:lnTo>
                  <a:lnTo>
                    <a:pt x="14638" y="965"/>
                  </a:lnTo>
                  <a:lnTo>
                    <a:pt x="14616" y="840"/>
                  </a:lnTo>
                  <a:lnTo>
                    <a:pt x="14570" y="738"/>
                  </a:lnTo>
                  <a:lnTo>
                    <a:pt x="14525" y="624"/>
                  </a:lnTo>
                  <a:lnTo>
                    <a:pt x="14457" y="534"/>
                  </a:lnTo>
                  <a:lnTo>
                    <a:pt x="14389" y="432"/>
                  </a:lnTo>
                  <a:lnTo>
                    <a:pt x="14310" y="352"/>
                  </a:lnTo>
                  <a:lnTo>
                    <a:pt x="14230" y="273"/>
                  </a:lnTo>
                  <a:lnTo>
                    <a:pt x="14128" y="205"/>
                  </a:lnTo>
                  <a:lnTo>
                    <a:pt x="14038" y="137"/>
                  </a:lnTo>
                  <a:lnTo>
                    <a:pt x="13924" y="92"/>
                  </a:lnTo>
                  <a:lnTo>
                    <a:pt x="13822" y="46"/>
                  </a:lnTo>
                  <a:lnTo>
                    <a:pt x="13697" y="24"/>
                  </a:lnTo>
                  <a:lnTo>
                    <a:pt x="135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3066925" y="1430725"/>
              <a:ext cx="93711" cy="93745"/>
            </a:xfrm>
            <a:custGeom>
              <a:rect b="b" l="l" r="r" t="t"/>
              <a:pathLst>
                <a:path extrusionOk="0" h="2768" w="2767">
                  <a:moveTo>
                    <a:pt x="1383" y="0"/>
                  </a:moveTo>
                  <a:lnTo>
                    <a:pt x="1247" y="12"/>
                  </a:lnTo>
                  <a:lnTo>
                    <a:pt x="1111" y="34"/>
                  </a:lnTo>
                  <a:lnTo>
                    <a:pt x="975" y="68"/>
                  </a:lnTo>
                  <a:lnTo>
                    <a:pt x="850" y="114"/>
                  </a:lnTo>
                  <a:lnTo>
                    <a:pt x="726" y="170"/>
                  </a:lnTo>
                  <a:lnTo>
                    <a:pt x="612" y="239"/>
                  </a:lnTo>
                  <a:lnTo>
                    <a:pt x="510" y="318"/>
                  </a:lnTo>
                  <a:lnTo>
                    <a:pt x="408" y="409"/>
                  </a:lnTo>
                  <a:lnTo>
                    <a:pt x="318" y="511"/>
                  </a:lnTo>
                  <a:lnTo>
                    <a:pt x="238" y="613"/>
                  </a:lnTo>
                  <a:lnTo>
                    <a:pt x="170" y="726"/>
                  </a:lnTo>
                  <a:lnTo>
                    <a:pt x="113" y="851"/>
                  </a:lnTo>
                  <a:lnTo>
                    <a:pt x="68" y="976"/>
                  </a:lnTo>
                  <a:lnTo>
                    <a:pt x="34" y="1112"/>
                  </a:lnTo>
                  <a:lnTo>
                    <a:pt x="11" y="1248"/>
                  </a:lnTo>
                  <a:lnTo>
                    <a:pt x="0" y="1384"/>
                  </a:lnTo>
                  <a:lnTo>
                    <a:pt x="11" y="1531"/>
                  </a:lnTo>
                  <a:lnTo>
                    <a:pt x="34" y="1667"/>
                  </a:lnTo>
                  <a:lnTo>
                    <a:pt x="68" y="1792"/>
                  </a:lnTo>
                  <a:lnTo>
                    <a:pt x="113" y="1928"/>
                  </a:lnTo>
                  <a:lnTo>
                    <a:pt x="170" y="2041"/>
                  </a:lnTo>
                  <a:lnTo>
                    <a:pt x="238" y="2155"/>
                  </a:lnTo>
                  <a:lnTo>
                    <a:pt x="318" y="2268"/>
                  </a:lnTo>
                  <a:lnTo>
                    <a:pt x="408" y="2359"/>
                  </a:lnTo>
                  <a:lnTo>
                    <a:pt x="510" y="2450"/>
                  </a:lnTo>
                  <a:lnTo>
                    <a:pt x="612" y="2529"/>
                  </a:lnTo>
                  <a:lnTo>
                    <a:pt x="726" y="2597"/>
                  </a:lnTo>
                  <a:lnTo>
                    <a:pt x="850" y="2654"/>
                  </a:lnTo>
                  <a:lnTo>
                    <a:pt x="975" y="2699"/>
                  </a:lnTo>
                  <a:lnTo>
                    <a:pt x="1111" y="2733"/>
                  </a:lnTo>
                  <a:lnTo>
                    <a:pt x="1247" y="2756"/>
                  </a:lnTo>
                  <a:lnTo>
                    <a:pt x="1383" y="2767"/>
                  </a:lnTo>
                  <a:lnTo>
                    <a:pt x="1531" y="2756"/>
                  </a:lnTo>
                  <a:lnTo>
                    <a:pt x="1667" y="2733"/>
                  </a:lnTo>
                  <a:lnTo>
                    <a:pt x="1792" y="2699"/>
                  </a:lnTo>
                  <a:lnTo>
                    <a:pt x="1928" y="2654"/>
                  </a:lnTo>
                  <a:lnTo>
                    <a:pt x="2041" y="2597"/>
                  </a:lnTo>
                  <a:lnTo>
                    <a:pt x="2154" y="2529"/>
                  </a:lnTo>
                  <a:lnTo>
                    <a:pt x="2268" y="2450"/>
                  </a:lnTo>
                  <a:lnTo>
                    <a:pt x="2359" y="2359"/>
                  </a:lnTo>
                  <a:lnTo>
                    <a:pt x="2449" y="2268"/>
                  </a:lnTo>
                  <a:lnTo>
                    <a:pt x="2529" y="2155"/>
                  </a:lnTo>
                  <a:lnTo>
                    <a:pt x="2597" y="2041"/>
                  </a:lnTo>
                  <a:lnTo>
                    <a:pt x="2653" y="1928"/>
                  </a:lnTo>
                  <a:lnTo>
                    <a:pt x="2699" y="1792"/>
                  </a:lnTo>
                  <a:lnTo>
                    <a:pt x="2733" y="1667"/>
                  </a:lnTo>
                  <a:lnTo>
                    <a:pt x="2755" y="1531"/>
                  </a:lnTo>
                  <a:lnTo>
                    <a:pt x="2767" y="1384"/>
                  </a:lnTo>
                  <a:lnTo>
                    <a:pt x="2755" y="1248"/>
                  </a:lnTo>
                  <a:lnTo>
                    <a:pt x="2733" y="1112"/>
                  </a:lnTo>
                  <a:lnTo>
                    <a:pt x="2699" y="976"/>
                  </a:lnTo>
                  <a:lnTo>
                    <a:pt x="2653" y="851"/>
                  </a:lnTo>
                  <a:lnTo>
                    <a:pt x="2597" y="726"/>
                  </a:lnTo>
                  <a:lnTo>
                    <a:pt x="2529" y="613"/>
                  </a:lnTo>
                  <a:lnTo>
                    <a:pt x="2449" y="511"/>
                  </a:lnTo>
                  <a:lnTo>
                    <a:pt x="2359" y="409"/>
                  </a:lnTo>
                  <a:lnTo>
                    <a:pt x="2268" y="318"/>
                  </a:lnTo>
                  <a:lnTo>
                    <a:pt x="2154" y="239"/>
                  </a:lnTo>
                  <a:lnTo>
                    <a:pt x="2041" y="170"/>
                  </a:lnTo>
                  <a:lnTo>
                    <a:pt x="1928" y="114"/>
                  </a:lnTo>
                  <a:lnTo>
                    <a:pt x="1792" y="68"/>
                  </a:lnTo>
                  <a:lnTo>
                    <a:pt x="1667" y="34"/>
                  </a:lnTo>
                  <a:lnTo>
                    <a:pt x="1531" y="12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3206693" y="1430725"/>
              <a:ext cx="93745" cy="93745"/>
            </a:xfrm>
            <a:custGeom>
              <a:rect b="b" l="l" r="r" t="t"/>
              <a:pathLst>
                <a:path extrusionOk="0" h="2768" w="2768">
                  <a:moveTo>
                    <a:pt x="1384" y="0"/>
                  </a:moveTo>
                  <a:lnTo>
                    <a:pt x="1236" y="12"/>
                  </a:lnTo>
                  <a:lnTo>
                    <a:pt x="1100" y="34"/>
                  </a:lnTo>
                  <a:lnTo>
                    <a:pt x="976" y="68"/>
                  </a:lnTo>
                  <a:lnTo>
                    <a:pt x="839" y="114"/>
                  </a:lnTo>
                  <a:lnTo>
                    <a:pt x="726" y="170"/>
                  </a:lnTo>
                  <a:lnTo>
                    <a:pt x="613" y="239"/>
                  </a:lnTo>
                  <a:lnTo>
                    <a:pt x="499" y="318"/>
                  </a:lnTo>
                  <a:lnTo>
                    <a:pt x="409" y="409"/>
                  </a:lnTo>
                  <a:lnTo>
                    <a:pt x="318" y="511"/>
                  </a:lnTo>
                  <a:lnTo>
                    <a:pt x="239" y="613"/>
                  </a:lnTo>
                  <a:lnTo>
                    <a:pt x="170" y="726"/>
                  </a:lnTo>
                  <a:lnTo>
                    <a:pt x="114" y="851"/>
                  </a:lnTo>
                  <a:lnTo>
                    <a:pt x="68" y="976"/>
                  </a:lnTo>
                  <a:lnTo>
                    <a:pt x="34" y="1112"/>
                  </a:lnTo>
                  <a:lnTo>
                    <a:pt x="12" y="1248"/>
                  </a:lnTo>
                  <a:lnTo>
                    <a:pt x="0" y="1384"/>
                  </a:lnTo>
                  <a:lnTo>
                    <a:pt x="12" y="1531"/>
                  </a:lnTo>
                  <a:lnTo>
                    <a:pt x="34" y="1667"/>
                  </a:lnTo>
                  <a:lnTo>
                    <a:pt x="68" y="1792"/>
                  </a:lnTo>
                  <a:lnTo>
                    <a:pt x="114" y="1928"/>
                  </a:lnTo>
                  <a:lnTo>
                    <a:pt x="170" y="2041"/>
                  </a:lnTo>
                  <a:lnTo>
                    <a:pt x="239" y="2155"/>
                  </a:lnTo>
                  <a:lnTo>
                    <a:pt x="318" y="2268"/>
                  </a:lnTo>
                  <a:lnTo>
                    <a:pt x="409" y="2359"/>
                  </a:lnTo>
                  <a:lnTo>
                    <a:pt x="499" y="2450"/>
                  </a:lnTo>
                  <a:lnTo>
                    <a:pt x="613" y="2529"/>
                  </a:lnTo>
                  <a:lnTo>
                    <a:pt x="726" y="2597"/>
                  </a:lnTo>
                  <a:lnTo>
                    <a:pt x="839" y="2654"/>
                  </a:lnTo>
                  <a:lnTo>
                    <a:pt x="976" y="2699"/>
                  </a:lnTo>
                  <a:lnTo>
                    <a:pt x="1100" y="2733"/>
                  </a:lnTo>
                  <a:lnTo>
                    <a:pt x="1236" y="2756"/>
                  </a:lnTo>
                  <a:lnTo>
                    <a:pt x="1384" y="2767"/>
                  </a:lnTo>
                  <a:lnTo>
                    <a:pt x="1520" y="2756"/>
                  </a:lnTo>
                  <a:lnTo>
                    <a:pt x="1656" y="2733"/>
                  </a:lnTo>
                  <a:lnTo>
                    <a:pt x="1792" y="2699"/>
                  </a:lnTo>
                  <a:lnTo>
                    <a:pt x="1917" y="2654"/>
                  </a:lnTo>
                  <a:lnTo>
                    <a:pt x="2041" y="2597"/>
                  </a:lnTo>
                  <a:lnTo>
                    <a:pt x="2155" y="2529"/>
                  </a:lnTo>
                  <a:lnTo>
                    <a:pt x="2257" y="2450"/>
                  </a:lnTo>
                  <a:lnTo>
                    <a:pt x="2359" y="2359"/>
                  </a:lnTo>
                  <a:lnTo>
                    <a:pt x="2450" y="2268"/>
                  </a:lnTo>
                  <a:lnTo>
                    <a:pt x="2529" y="2155"/>
                  </a:lnTo>
                  <a:lnTo>
                    <a:pt x="2597" y="2041"/>
                  </a:lnTo>
                  <a:lnTo>
                    <a:pt x="2654" y="1928"/>
                  </a:lnTo>
                  <a:lnTo>
                    <a:pt x="2699" y="1792"/>
                  </a:lnTo>
                  <a:lnTo>
                    <a:pt x="2733" y="1667"/>
                  </a:lnTo>
                  <a:lnTo>
                    <a:pt x="2756" y="1531"/>
                  </a:lnTo>
                  <a:lnTo>
                    <a:pt x="2767" y="1384"/>
                  </a:lnTo>
                  <a:lnTo>
                    <a:pt x="2756" y="1248"/>
                  </a:lnTo>
                  <a:lnTo>
                    <a:pt x="2733" y="1112"/>
                  </a:lnTo>
                  <a:lnTo>
                    <a:pt x="2699" y="976"/>
                  </a:lnTo>
                  <a:lnTo>
                    <a:pt x="2654" y="851"/>
                  </a:lnTo>
                  <a:lnTo>
                    <a:pt x="2597" y="726"/>
                  </a:lnTo>
                  <a:lnTo>
                    <a:pt x="2529" y="613"/>
                  </a:lnTo>
                  <a:lnTo>
                    <a:pt x="2450" y="511"/>
                  </a:lnTo>
                  <a:lnTo>
                    <a:pt x="2359" y="409"/>
                  </a:lnTo>
                  <a:lnTo>
                    <a:pt x="2257" y="318"/>
                  </a:lnTo>
                  <a:lnTo>
                    <a:pt x="2155" y="239"/>
                  </a:lnTo>
                  <a:lnTo>
                    <a:pt x="2041" y="170"/>
                  </a:lnTo>
                  <a:lnTo>
                    <a:pt x="1917" y="114"/>
                  </a:lnTo>
                  <a:lnTo>
                    <a:pt x="1792" y="68"/>
                  </a:lnTo>
                  <a:lnTo>
                    <a:pt x="1656" y="34"/>
                  </a:lnTo>
                  <a:lnTo>
                    <a:pt x="1520" y="12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899565" y="1052875"/>
              <a:ext cx="1392869" cy="672439"/>
            </a:xfrm>
            <a:custGeom>
              <a:rect b="b" l="l" r="r" t="t"/>
              <a:pathLst>
                <a:path extrusionOk="0" h="19855" w="41127">
                  <a:moveTo>
                    <a:pt x="2756" y="0"/>
                  </a:moveTo>
                  <a:lnTo>
                    <a:pt x="2609" y="11"/>
                  </a:lnTo>
                  <a:lnTo>
                    <a:pt x="2461" y="34"/>
                  </a:lnTo>
                  <a:lnTo>
                    <a:pt x="2314" y="57"/>
                  </a:lnTo>
                  <a:lnTo>
                    <a:pt x="2178" y="91"/>
                  </a:lnTo>
                  <a:lnTo>
                    <a:pt x="2042" y="125"/>
                  </a:lnTo>
                  <a:lnTo>
                    <a:pt x="1906" y="170"/>
                  </a:lnTo>
                  <a:lnTo>
                    <a:pt x="1770" y="227"/>
                  </a:lnTo>
                  <a:lnTo>
                    <a:pt x="1645" y="283"/>
                  </a:lnTo>
                  <a:lnTo>
                    <a:pt x="1520" y="352"/>
                  </a:lnTo>
                  <a:lnTo>
                    <a:pt x="1282" y="488"/>
                  </a:lnTo>
                  <a:lnTo>
                    <a:pt x="1055" y="658"/>
                  </a:lnTo>
                  <a:lnTo>
                    <a:pt x="851" y="850"/>
                  </a:lnTo>
                  <a:lnTo>
                    <a:pt x="658" y="1055"/>
                  </a:lnTo>
                  <a:lnTo>
                    <a:pt x="488" y="1281"/>
                  </a:lnTo>
                  <a:lnTo>
                    <a:pt x="352" y="1519"/>
                  </a:lnTo>
                  <a:lnTo>
                    <a:pt x="284" y="1644"/>
                  </a:lnTo>
                  <a:lnTo>
                    <a:pt x="227" y="1769"/>
                  </a:lnTo>
                  <a:lnTo>
                    <a:pt x="171" y="1905"/>
                  </a:lnTo>
                  <a:lnTo>
                    <a:pt x="125" y="2041"/>
                  </a:lnTo>
                  <a:lnTo>
                    <a:pt x="91" y="2177"/>
                  </a:lnTo>
                  <a:lnTo>
                    <a:pt x="57" y="2313"/>
                  </a:lnTo>
                  <a:lnTo>
                    <a:pt x="35" y="2461"/>
                  </a:lnTo>
                  <a:lnTo>
                    <a:pt x="12" y="2608"/>
                  </a:lnTo>
                  <a:lnTo>
                    <a:pt x="1" y="2755"/>
                  </a:lnTo>
                  <a:lnTo>
                    <a:pt x="1" y="2903"/>
                  </a:lnTo>
                  <a:lnTo>
                    <a:pt x="1" y="16952"/>
                  </a:lnTo>
                  <a:lnTo>
                    <a:pt x="1" y="17099"/>
                  </a:lnTo>
                  <a:lnTo>
                    <a:pt x="12" y="17246"/>
                  </a:lnTo>
                  <a:lnTo>
                    <a:pt x="35" y="17394"/>
                  </a:lnTo>
                  <a:lnTo>
                    <a:pt x="57" y="17541"/>
                  </a:lnTo>
                  <a:lnTo>
                    <a:pt x="91" y="17677"/>
                  </a:lnTo>
                  <a:lnTo>
                    <a:pt x="125" y="17813"/>
                  </a:lnTo>
                  <a:lnTo>
                    <a:pt x="171" y="17949"/>
                  </a:lnTo>
                  <a:lnTo>
                    <a:pt x="227" y="18085"/>
                  </a:lnTo>
                  <a:lnTo>
                    <a:pt x="284" y="18210"/>
                  </a:lnTo>
                  <a:lnTo>
                    <a:pt x="352" y="18335"/>
                  </a:lnTo>
                  <a:lnTo>
                    <a:pt x="488" y="18573"/>
                  </a:lnTo>
                  <a:lnTo>
                    <a:pt x="658" y="18800"/>
                  </a:lnTo>
                  <a:lnTo>
                    <a:pt x="851" y="19004"/>
                  </a:lnTo>
                  <a:lnTo>
                    <a:pt x="1055" y="19197"/>
                  </a:lnTo>
                  <a:lnTo>
                    <a:pt x="1282" y="19367"/>
                  </a:lnTo>
                  <a:lnTo>
                    <a:pt x="1520" y="19503"/>
                  </a:lnTo>
                  <a:lnTo>
                    <a:pt x="1645" y="19571"/>
                  </a:lnTo>
                  <a:lnTo>
                    <a:pt x="1770" y="19628"/>
                  </a:lnTo>
                  <a:lnTo>
                    <a:pt x="1906" y="19684"/>
                  </a:lnTo>
                  <a:lnTo>
                    <a:pt x="2042" y="19730"/>
                  </a:lnTo>
                  <a:lnTo>
                    <a:pt x="2178" y="19764"/>
                  </a:lnTo>
                  <a:lnTo>
                    <a:pt x="2314" y="19798"/>
                  </a:lnTo>
                  <a:lnTo>
                    <a:pt x="2461" y="19820"/>
                  </a:lnTo>
                  <a:lnTo>
                    <a:pt x="2609" y="19843"/>
                  </a:lnTo>
                  <a:lnTo>
                    <a:pt x="2756" y="19854"/>
                  </a:lnTo>
                  <a:lnTo>
                    <a:pt x="38371" y="19854"/>
                  </a:lnTo>
                  <a:lnTo>
                    <a:pt x="38519" y="19843"/>
                  </a:lnTo>
                  <a:lnTo>
                    <a:pt x="38666" y="19820"/>
                  </a:lnTo>
                  <a:lnTo>
                    <a:pt x="38814" y="19798"/>
                  </a:lnTo>
                  <a:lnTo>
                    <a:pt x="38950" y="19764"/>
                  </a:lnTo>
                  <a:lnTo>
                    <a:pt x="39086" y="19730"/>
                  </a:lnTo>
                  <a:lnTo>
                    <a:pt x="39222" y="19684"/>
                  </a:lnTo>
                  <a:lnTo>
                    <a:pt x="39358" y="19628"/>
                  </a:lnTo>
                  <a:lnTo>
                    <a:pt x="39483" y="19571"/>
                  </a:lnTo>
                  <a:lnTo>
                    <a:pt x="39607" y="19503"/>
                  </a:lnTo>
                  <a:lnTo>
                    <a:pt x="39845" y="19367"/>
                  </a:lnTo>
                  <a:lnTo>
                    <a:pt x="40072" y="19197"/>
                  </a:lnTo>
                  <a:lnTo>
                    <a:pt x="40276" y="19004"/>
                  </a:lnTo>
                  <a:lnTo>
                    <a:pt x="40469" y="18800"/>
                  </a:lnTo>
                  <a:lnTo>
                    <a:pt x="40628" y="18573"/>
                  </a:lnTo>
                  <a:lnTo>
                    <a:pt x="40775" y="18335"/>
                  </a:lnTo>
                  <a:lnTo>
                    <a:pt x="40843" y="18210"/>
                  </a:lnTo>
                  <a:lnTo>
                    <a:pt x="40900" y="18085"/>
                  </a:lnTo>
                  <a:lnTo>
                    <a:pt x="40957" y="17949"/>
                  </a:lnTo>
                  <a:lnTo>
                    <a:pt x="41002" y="17813"/>
                  </a:lnTo>
                  <a:lnTo>
                    <a:pt x="41036" y="17677"/>
                  </a:lnTo>
                  <a:lnTo>
                    <a:pt x="41070" y="17541"/>
                  </a:lnTo>
                  <a:lnTo>
                    <a:pt x="41093" y="17394"/>
                  </a:lnTo>
                  <a:lnTo>
                    <a:pt x="41115" y="17246"/>
                  </a:lnTo>
                  <a:lnTo>
                    <a:pt x="41127" y="17099"/>
                  </a:lnTo>
                  <a:lnTo>
                    <a:pt x="41127" y="16952"/>
                  </a:lnTo>
                  <a:lnTo>
                    <a:pt x="41127" y="2903"/>
                  </a:lnTo>
                  <a:lnTo>
                    <a:pt x="41127" y="2755"/>
                  </a:lnTo>
                  <a:lnTo>
                    <a:pt x="41115" y="2608"/>
                  </a:lnTo>
                  <a:lnTo>
                    <a:pt x="41093" y="2461"/>
                  </a:lnTo>
                  <a:lnTo>
                    <a:pt x="41070" y="2313"/>
                  </a:lnTo>
                  <a:lnTo>
                    <a:pt x="41036" y="2177"/>
                  </a:lnTo>
                  <a:lnTo>
                    <a:pt x="41002" y="2041"/>
                  </a:lnTo>
                  <a:lnTo>
                    <a:pt x="40957" y="1905"/>
                  </a:lnTo>
                  <a:lnTo>
                    <a:pt x="40900" y="1769"/>
                  </a:lnTo>
                  <a:lnTo>
                    <a:pt x="40843" y="1644"/>
                  </a:lnTo>
                  <a:lnTo>
                    <a:pt x="40775" y="1519"/>
                  </a:lnTo>
                  <a:lnTo>
                    <a:pt x="40628" y="1281"/>
                  </a:lnTo>
                  <a:lnTo>
                    <a:pt x="40469" y="1055"/>
                  </a:lnTo>
                  <a:lnTo>
                    <a:pt x="40276" y="850"/>
                  </a:lnTo>
                  <a:lnTo>
                    <a:pt x="40072" y="658"/>
                  </a:lnTo>
                  <a:lnTo>
                    <a:pt x="39845" y="488"/>
                  </a:lnTo>
                  <a:lnTo>
                    <a:pt x="39607" y="352"/>
                  </a:lnTo>
                  <a:lnTo>
                    <a:pt x="39483" y="283"/>
                  </a:lnTo>
                  <a:lnTo>
                    <a:pt x="39358" y="227"/>
                  </a:lnTo>
                  <a:lnTo>
                    <a:pt x="39222" y="170"/>
                  </a:lnTo>
                  <a:lnTo>
                    <a:pt x="39086" y="125"/>
                  </a:lnTo>
                  <a:lnTo>
                    <a:pt x="38950" y="91"/>
                  </a:lnTo>
                  <a:lnTo>
                    <a:pt x="38814" y="57"/>
                  </a:lnTo>
                  <a:lnTo>
                    <a:pt x="38666" y="34"/>
                  </a:lnTo>
                  <a:lnTo>
                    <a:pt x="38519" y="11"/>
                  </a:lnTo>
                  <a:lnTo>
                    <a:pt x="383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1051254" y="1447624"/>
              <a:ext cx="1089484" cy="36509"/>
            </a:xfrm>
            <a:custGeom>
              <a:rect b="b" l="l" r="r" t="t"/>
              <a:pathLst>
                <a:path extrusionOk="0" h="1078" w="32169">
                  <a:moveTo>
                    <a:pt x="1" y="0"/>
                  </a:moveTo>
                  <a:lnTo>
                    <a:pt x="1" y="1078"/>
                  </a:lnTo>
                  <a:lnTo>
                    <a:pt x="32169" y="1078"/>
                  </a:lnTo>
                  <a:lnTo>
                    <a:pt x="32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1051254" y="1536321"/>
              <a:ext cx="746169" cy="36137"/>
            </a:xfrm>
            <a:custGeom>
              <a:rect b="b" l="l" r="r" t="t"/>
              <a:pathLst>
                <a:path extrusionOk="0" h="1067" w="22032">
                  <a:moveTo>
                    <a:pt x="1" y="1"/>
                  </a:moveTo>
                  <a:lnTo>
                    <a:pt x="1" y="1066"/>
                  </a:lnTo>
                  <a:lnTo>
                    <a:pt x="22032" y="1066"/>
                  </a:lnTo>
                  <a:lnTo>
                    <a:pt x="220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1014779" y="1184955"/>
              <a:ext cx="190132" cy="180920"/>
            </a:xfrm>
            <a:custGeom>
              <a:rect b="b" l="l" r="r" t="t"/>
              <a:pathLst>
                <a:path extrusionOk="0" h="5342" w="5614">
                  <a:moveTo>
                    <a:pt x="2812" y="1"/>
                  </a:moveTo>
                  <a:lnTo>
                    <a:pt x="2041" y="1905"/>
                  </a:lnTo>
                  <a:lnTo>
                    <a:pt x="0" y="2042"/>
                  </a:lnTo>
                  <a:lnTo>
                    <a:pt x="1576" y="3357"/>
                  </a:lnTo>
                  <a:lnTo>
                    <a:pt x="1078" y="5341"/>
                  </a:lnTo>
                  <a:lnTo>
                    <a:pt x="1078" y="5341"/>
                  </a:lnTo>
                  <a:lnTo>
                    <a:pt x="2812" y="4253"/>
                  </a:lnTo>
                  <a:lnTo>
                    <a:pt x="4547" y="5341"/>
                  </a:lnTo>
                  <a:lnTo>
                    <a:pt x="4037" y="3357"/>
                  </a:lnTo>
                  <a:lnTo>
                    <a:pt x="5613" y="2042"/>
                  </a:lnTo>
                  <a:lnTo>
                    <a:pt x="3572" y="1905"/>
                  </a:lnTo>
                  <a:lnTo>
                    <a:pt x="28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1257840" y="1184955"/>
              <a:ext cx="190132" cy="180920"/>
            </a:xfrm>
            <a:custGeom>
              <a:rect b="b" l="l" r="r" t="t"/>
              <a:pathLst>
                <a:path extrusionOk="0" h="5342" w="5614">
                  <a:moveTo>
                    <a:pt x="2813" y="1"/>
                  </a:moveTo>
                  <a:lnTo>
                    <a:pt x="2042" y="1905"/>
                  </a:lnTo>
                  <a:lnTo>
                    <a:pt x="1" y="2042"/>
                  </a:lnTo>
                  <a:lnTo>
                    <a:pt x="1577" y="3357"/>
                  </a:lnTo>
                  <a:lnTo>
                    <a:pt x="1078" y="5341"/>
                  </a:lnTo>
                  <a:lnTo>
                    <a:pt x="2813" y="4253"/>
                  </a:lnTo>
                  <a:lnTo>
                    <a:pt x="4548" y="5341"/>
                  </a:lnTo>
                  <a:lnTo>
                    <a:pt x="4037" y="3357"/>
                  </a:lnTo>
                  <a:lnTo>
                    <a:pt x="5614" y="2042"/>
                  </a:lnTo>
                  <a:lnTo>
                    <a:pt x="3573" y="1905"/>
                  </a:lnTo>
                  <a:lnTo>
                    <a:pt x="28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1500934" y="1184955"/>
              <a:ext cx="190132" cy="180920"/>
            </a:xfrm>
            <a:custGeom>
              <a:rect b="b" l="l" r="r" t="t"/>
              <a:pathLst>
                <a:path extrusionOk="0" h="5342" w="5614">
                  <a:moveTo>
                    <a:pt x="2801" y="1"/>
                  </a:moveTo>
                  <a:lnTo>
                    <a:pt x="2041" y="1905"/>
                  </a:lnTo>
                  <a:lnTo>
                    <a:pt x="0" y="2042"/>
                  </a:lnTo>
                  <a:lnTo>
                    <a:pt x="1576" y="3357"/>
                  </a:lnTo>
                  <a:lnTo>
                    <a:pt x="1066" y="5341"/>
                  </a:lnTo>
                  <a:lnTo>
                    <a:pt x="2801" y="4253"/>
                  </a:lnTo>
                  <a:lnTo>
                    <a:pt x="4536" y="5341"/>
                  </a:lnTo>
                  <a:lnTo>
                    <a:pt x="4037" y="3357"/>
                  </a:lnTo>
                  <a:lnTo>
                    <a:pt x="5613" y="2042"/>
                  </a:lnTo>
                  <a:lnTo>
                    <a:pt x="3572" y="1905"/>
                  </a:lnTo>
                  <a:lnTo>
                    <a:pt x="28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1743995" y="1184955"/>
              <a:ext cx="190132" cy="180920"/>
            </a:xfrm>
            <a:custGeom>
              <a:rect b="b" l="l" r="r" t="t"/>
              <a:pathLst>
                <a:path extrusionOk="0" h="5342" w="5614">
                  <a:moveTo>
                    <a:pt x="2801" y="1"/>
                  </a:moveTo>
                  <a:lnTo>
                    <a:pt x="2042" y="1905"/>
                  </a:lnTo>
                  <a:lnTo>
                    <a:pt x="1" y="2042"/>
                  </a:lnTo>
                  <a:lnTo>
                    <a:pt x="1577" y="3357"/>
                  </a:lnTo>
                  <a:lnTo>
                    <a:pt x="1067" y="5341"/>
                  </a:lnTo>
                  <a:lnTo>
                    <a:pt x="2801" y="4253"/>
                  </a:lnTo>
                  <a:lnTo>
                    <a:pt x="4536" y="5341"/>
                  </a:lnTo>
                  <a:lnTo>
                    <a:pt x="4037" y="3357"/>
                  </a:lnTo>
                  <a:lnTo>
                    <a:pt x="5614" y="2042"/>
                  </a:lnTo>
                  <a:lnTo>
                    <a:pt x="3573" y="1905"/>
                  </a:lnTo>
                  <a:lnTo>
                    <a:pt x="2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1987089" y="1184955"/>
              <a:ext cx="190098" cy="180920"/>
            </a:xfrm>
            <a:custGeom>
              <a:rect b="b" l="l" r="r" t="t"/>
              <a:pathLst>
                <a:path extrusionOk="0" h="5342" w="5613">
                  <a:moveTo>
                    <a:pt x="2801" y="1"/>
                  </a:moveTo>
                  <a:lnTo>
                    <a:pt x="2041" y="1905"/>
                  </a:lnTo>
                  <a:lnTo>
                    <a:pt x="0" y="2042"/>
                  </a:lnTo>
                  <a:lnTo>
                    <a:pt x="1565" y="3357"/>
                  </a:lnTo>
                  <a:lnTo>
                    <a:pt x="1066" y="5341"/>
                  </a:lnTo>
                  <a:lnTo>
                    <a:pt x="2801" y="4253"/>
                  </a:lnTo>
                  <a:lnTo>
                    <a:pt x="4536" y="5341"/>
                  </a:lnTo>
                  <a:lnTo>
                    <a:pt x="4037" y="3357"/>
                  </a:lnTo>
                  <a:lnTo>
                    <a:pt x="5613" y="2042"/>
                  </a:lnTo>
                  <a:lnTo>
                    <a:pt x="3561" y="1905"/>
                  </a:lnTo>
                  <a:lnTo>
                    <a:pt x="2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1978623" y="1682624"/>
              <a:ext cx="206659" cy="211265"/>
            </a:xfrm>
            <a:custGeom>
              <a:rect b="b" l="l" r="r" t="t"/>
              <a:pathLst>
                <a:path extrusionOk="0" h="6238" w="6102">
                  <a:moveTo>
                    <a:pt x="1" y="1"/>
                  </a:moveTo>
                  <a:lnTo>
                    <a:pt x="1" y="6237"/>
                  </a:lnTo>
                  <a:lnTo>
                    <a:pt x="6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2229401" y="1938819"/>
              <a:ext cx="911307" cy="870970"/>
            </a:xfrm>
            <a:custGeom>
              <a:rect b="b" l="l" r="r" t="t"/>
              <a:pathLst>
                <a:path extrusionOk="0" h="25717" w="26908">
                  <a:moveTo>
                    <a:pt x="13448" y="0"/>
                  </a:moveTo>
                  <a:lnTo>
                    <a:pt x="13290" y="11"/>
                  </a:lnTo>
                  <a:lnTo>
                    <a:pt x="13119" y="46"/>
                  </a:lnTo>
                  <a:lnTo>
                    <a:pt x="12972" y="102"/>
                  </a:lnTo>
                  <a:lnTo>
                    <a:pt x="12825" y="170"/>
                  </a:lnTo>
                  <a:lnTo>
                    <a:pt x="12677" y="272"/>
                  </a:lnTo>
                  <a:lnTo>
                    <a:pt x="12553" y="386"/>
                  </a:lnTo>
                  <a:lnTo>
                    <a:pt x="12439" y="533"/>
                  </a:lnTo>
                  <a:lnTo>
                    <a:pt x="12394" y="601"/>
                  </a:lnTo>
                  <a:lnTo>
                    <a:pt x="12348" y="692"/>
                  </a:lnTo>
                  <a:lnTo>
                    <a:pt x="9140" y="7178"/>
                  </a:lnTo>
                  <a:lnTo>
                    <a:pt x="9071" y="7314"/>
                  </a:lnTo>
                  <a:lnTo>
                    <a:pt x="8981" y="7438"/>
                  </a:lnTo>
                  <a:lnTo>
                    <a:pt x="8879" y="7540"/>
                  </a:lnTo>
                  <a:lnTo>
                    <a:pt x="8765" y="7631"/>
                  </a:lnTo>
                  <a:lnTo>
                    <a:pt x="8641" y="7711"/>
                  </a:lnTo>
                  <a:lnTo>
                    <a:pt x="8505" y="7779"/>
                  </a:lnTo>
                  <a:lnTo>
                    <a:pt x="8368" y="7824"/>
                  </a:lnTo>
                  <a:lnTo>
                    <a:pt x="8221" y="7858"/>
                  </a:lnTo>
                  <a:lnTo>
                    <a:pt x="1044" y="8901"/>
                  </a:lnTo>
                  <a:lnTo>
                    <a:pt x="953" y="8912"/>
                  </a:lnTo>
                  <a:lnTo>
                    <a:pt x="862" y="8935"/>
                  </a:lnTo>
                  <a:lnTo>
                    <a:pt x="703" y="9003"/>
                  </a:lnTo>
                  <a:lnTo>
                    <a:pt x="545" y="9083"/>
                  </a:lnTo>
                  <a:lnTo>
                    <a:pt x="409" y="9185"/>
                  </a:lnTo>
                  <a:lnTo>
                    <a:pt x="295" y="9309"/>
                  </a:lnTo>
                  <a:lnTo>
                    <a:pt x="193" y="9434"/>
                  </a:lnTo>
                  <a:lnTo>
                    <a:pt x="114" y="9581"/>
                  </a:lnTo>
                  <a:lnTo>
                    <a:pt x="57" y="9740"/>
                  </a:lnTo>
                  <a:lnTo>
                    <a:pt x="12" y="9899"/>
                  </a:lnTo>
                  <a:lnTo>
                    <a:pt x="0" y="10058"/>
                  </a:lnTo>
                  <a:lnTo>
                    <a:pt x="0" y="10228"/>
                  </a:lnTo>
                  <a:lnTo>
                    <a:pt x="23" y="10387"/>
                  </a:lnTo>
                  <a:lnTo>
                    <a:pt x="68" y="10557"/>
                  </a:lnTo>
                  <a:lnTo>
                    <a:pt x="148" y="10704"/>
                  </a:lnTo>
                  <a:lnTo>
                    <a:pt x="239" y="10863"/>
                  </a:lnTo>
                  <a:lnTo>
                    <a:pt x="307" y="10931"/>
                  </a:lnTo>
                  <a:lnTo>
                    <a:pt x="363" y="10999"/>
                  </a:lnTo>
                  <a:lnTo>
                    <a:pt x="5556" y="16056"/>
                  </a:lnTo>
                  <a:lnTo>
                    <a:pt x="5659" y="16158"/>
                  </a:lnTo>
                  <a:lnTo>
                    <a:pt x="5738" y="16283"/>
                  </a:lnTo>
                  <a:lnTo>
                    <a:pt x="5806" y="16419"/>
                  </a:lnTo>
                  <a:lnTo>
                    <a:pt x="5863" y="16555"/>
                  </a:lnTo>
                  <a:lnTo>
                    <a:pt x="5897" y="16691"/>
                  </a:lnTo>
                  <a:lnTo>
                    <a:pt x="5919" y="16838"/>
                  </a:lnTo>
                  <a:lnTo>
                    <a:pt x="5919" y="16997"/>
                  </a:lnTo>
                  <a:lnTo>
                    <a:pt x="5908" y="17144"/>
                  </a:lnTo>
                  <a:lnTo>
                    <a:pt x="4683" y="24277"/>
                  </a:lnTo>
                  <a:lnTo>
                    <a:pt x="4672" y="24367"/>
                  </a:lnTo>
                  <a:lnTo>
                    <a:pt x="4661" y="24469"/>
                  </a:lnTo>
                  <a:lnTo>
                    <a:pt x="4672" y="24639"/>
                  </a:lnTo>
                  <a:lnTo>
                    <a:pt x="4706" y="24810"/>
                  </a:lnTo>
                  <a:lnTo>
                    <a:pt x="4763" y="24968"/>
                  </a:lnTo>
                  <a:lnTo>
                    <a:pt x="4842" y="25127"/>
                  </a:lnTo>
                  <a:lnTo>
                    <a:pt x="4933" y="25252"/>
                  </a:lnTo>
                  <a:lnTo>
                    <a:pt x="5046" y="25376"/>
                  </a:lnTo>
                  <a:lnTo>
                    <a:pt x="5171" y="25479"/>
                  </a:lnTo>
                  <a:lnTo>
                    <a:pt x="5307" y="25569"/>
                  </a:lnTo>
                  <a:lnTo>
                    <a:pt x="5466" y="25637"/>
                  </a:lnTo>
                  <a:lnTo>
                    <a:pt x="5624" y="25694"/>
                  </a:lnTo>
                  <a:lnTo>
                    <a:pt x="5783" y="25717"/>
                  </a:lnTo>
                  <a:lnTo>
                    <a:pt x="5953" y="25717"/>
                  </a:lnTo>
                  <a:lnTo>
                    <a:pt x="6123" y="25694"/>
                  </a:lnTo>
                  <a:lnTo>
                    <a:pt x="6293" y="25649"/>
                  </a:lnTo>
                  <a:lnTo>
                    <a:pt x="6384" y="25615"/>
                  </a:lnTo>
                  <a:lnTo>
                    <a:pt x="6464" y="25581"/>
                  </a:lnTo>
                  <a:lnTo>
                    <a:pt x="12881" y="22202"/>
                  </a:lnTo>
                  <a:lnTo>
                    <a:pt x="13017" y="22145"/>
                  </a:lnTo>
                  <a:lnTo>
                    <a:pt x="13153" y="22100"/>
                  </a:lnTo>
                  <a:lnTo>
                    <a:pt x="13301" y="22077"/>
                  </a:lnTo>
                  <a:lnTo>
                    <a:pt x="13448" y="22066"/>
                  </a:lnTo>
                  <a:lnTo>
                    <a:pt x="13596" y="22077"/>
                  </a:lnTo>
                  <a:lnTo>
                    <a:pt x="13743" y="22100"/>
                  </a:lnTo>
                  <a:lnTo>
                    <a:pt x="13890" y="22145"/>
                  </a:lnTo>
                  <a:lnTo>
                    <a:pt x="14027" y="22202"/>
                  </a:lnTo>
                  <a:lnTo>
                    <a:pt x="20433" y="25581"/>
                  </a:lnTo>
                  <a:lnTo>
                    <a:pt x="20524" y="25615"/>
                  </a:lnTo>
                  <a:lnTo>
                    <a:pt x="20603" y="25649"/>
                  </a:lnTo>
                  <a:lnTo>
                    <a:pt x="20773" y="25694"/>
                  </a:lnTo>
                  <a:lnTo>
                    <a:pt x="20955" y="25717"/>
                  </a:lnTo>
                  <a:lnTo>
                    <a:pt x="21113" y="25717"/>
                  </a:lnTo>
                  <a:lnTo>
                    <a:pt x="21283" y="25694"/>
                  </a:lnTo>
                  <a:lnTo>
                    <a:pt x="21442" y="25637"/>
                  </a:lnTo>
                  <a:lnTo>
                    <a:pt x="21590" y="25569"/>
                  </a:lnTo>
                  <a:lnTo>
                    <a:pt x="21726" y="25479"/>
                  </a:lnTo>
                  <a:lnTo>
                    <a:pt x="21862" y="25376"/>
                  </a:lnTo>
                  <a:lnTo>
                    <a:pt x="21964" y="25252"/>
                  </a:lnTo>
                  <a:lnTo>
                    <a:pt x="22066" y="25127"/>
                  </a:lnTo>
                  <a:lnTo>
                    <a:pt x="22145" y="24968"/>
                  </a:lnTo>
                  <a:lnTo>
                    <a:pt x="22202" y="24810"/>
                  </a:lnTo>
                  <a:lnTo>
                    <a:pt x="22225" y="24639"/>
                  </a:lnTo>
                  <a:lnTo>
                    <a:pt x="22236" y="24469"/>
                  </a:lnTo>
                  <a:lnTo>
                    <a:pt x="22236" y="24367"/>
                  </a:lnTo>
                  <a:lnTo>
                    <a:pt x="22225" y="24277"/>
                  </a:lnTo>
                  <a:lnTo>
                    <a:pt x="21000" y="17144"/>
                  </a:lnTo>
                  <a:lnTo>
                    <a:pt x="20977" y="16997"/>
                  </a:lnTo>
                  <a:lnTo>
                    <a:pt x="20977" y="16838"/>
                  </a:lnTo>
                  <a:lnTo>
                    <a:pt x="21000" y="16691"/>
                  </a:lnTo>
                  <a:lnTo>
                    <a:pt x="21034" y="16555"/>
                  </a:lnTo>
                  <a:lnTo>
                    <a:pt x="21091" y="16419"/>
                  </a:lnTo>
                  <a:lnTo>
                    <a:pt x="21159" y="16283"/>
                  </a:lnTo>
                  <a:lnTo>
                    <a:pt x="21249" y="16158"/>
                  </a:lnTo>
                  <a:lnTo>
                    <a:pt x="21351" y="16056"/>
                  </a:lnTo>
                  <a:lnTo>
                    <a:pt x="26533" y="10999"/>
                  </a:lnTo>
                  <a:lnTo>
                    <a:pt x="26601" y="10931"/>
                  </a:lnTo>
                  <a:lnTo>
                    <a:pt x="26658" y="10863"/>
                  </a:lnTo>
                  <a:lnTo>
                    <a:pt x="26760" y="10704"/>
                  </a:lnTo>
                  <a:lnTo>
                    <a:pt x="26828" y="10557"/>
                  </a:lnTo>
                  <a:lnTo>
                    <a:pt x="26885" y="10387"/>
                  </a:lnTo>
                  <a:lnTo>
                    <a:pt x="26907" y="10228"/>
                  </a:lnTo>
                  <a:lnTo>
                    <a:pt x="26907" y="10058"/>
                  </a:lnTo>
                  <a:lnTo>
                    <a:pt x="26885" y="9899"/>
                  </a:lnTo>
                  <a:lnTo>
                    <a:pt x="26851" y="9740"/>
                  </a:lnTo>
                  <a:lnTo>
                    <a:pt x="26783" y="9581"/>
                  </a:lnTo>
                  <a:lnTo>
                    <a:pt x="26703" y="9434"/>
                  </a:lnTo>
                  <a:lnTo>
                    <a:pt x="26601" y="9309"/>
                  </a:lnTo>
                  <a:lnTo>
                    <a:pt x="26488" y="9185"/>
                  </a:lnTo>
                  <a:lnTo>
                    <a:pt x="26352" y="9083"/>
                  </a:lnTo>
                  <a:lnTo>
                    <a:pt x="26204" y="9003"/>
                  </a:lnTo>
                  <a:lnTo>
                    <a:pt x="26034" y="8935"/>
                  </a:lnTo>
                  <a:lnTo>
                    <a:pt x="25944" y="8912"/>
                  </a:lnTo>
                  <a:lnTo>
                    <a:pt x="25853" y="8901"/>
                  </a:lnTo>
                  <a:lnTo>
                    <a:pt x="18687" y="7858"/>
                  </a:lnTo>
                  <a:lnTo>
                    <a:pt x="18539" y="7824"/>
                  </a:lnTo>
                  <a:lnTo>
                    <a:pt x="18403" y="7779"/>
                  </a:lnTo>
                  <a:lnTo>
                    <a:pt x="18267" y="7711"/>
                  </a:lnTo>
                  <a:lnTo>
                    <a:pt x="18143" y="7631"/>
                  </a:lnTo>
                  <a:lnTo>
                    <a:pt x="18029" y="7540"/>
                  </a:lnTo>
                  <a:lnTo>
                    <a:pt x="17927" y="7438"/>
                  </a:lnTo>
                  <a:lnTo>
                    <a:pt x="17836" y="7314"/>
                  </a:lnTo>
                  <a:lnTo>
                    <a:pt x="17757" y="7178"/>
                  </a:lnTo>
                  <a:lnTo>
                    <a:pt x="14559" y="692"/>
                  </a:lnTo>
                  <a:lnTo>
                    <a:pt x="14514" y="601"/>
                  </a:lnTo>
                  <a:lnTo>
                    <a:pt x="14457" y="533"/>
                  </a:lnTo>
                  <a:lnTo>
                    <a:pt x="14344" y="386"/>
                  </a:lnTo>
                  <a:lnTo>
                    <a:pt x="14219" y="272"/>
                  </a:lnTo>
                  <a:lnTo>
                    <a:pt x="14083" y="170"/>
                  </a:lnTo>
                  <a:lnTo>
                    <a:pt x="13936" y="102"/>
                  </a:lnTo>
                  <a:lnTo>
                    <a:pt x="13777" y="46"/>
                  </a:lnTo>
                  <a:lnTo>
                    <a:pt x="13618" y="11"/>
                  </a:lnTo>
                  <a:lnTo>
                    <a:pt x="134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2470162" y="2347358"/>
              <a:ext cx="126360" cy="93339"/>
            </a:xfrm>
            <a:custGeom>
              <a:rect b="b" l="l" r="r" t="t"/>
              <a:pathLst>
                <a:path extrusionOk="0" h="2756" w="3731">
                  <a:moveTo>
                    <a:pt x="3584" y="0"/>
                  </a:moveTo>
                  <a:lnTo>
                    <a:pt x="3085" y="340"/>
                  </a:lnTo>
                  <a:lnTo>
                    <a:pt x="2597" y="669"/>
                  </a:lnTo>
                  <a:lnTo>
                    <a:pt x="2257" y="907"/>
                  </a:lnTo>
                  <a:lnTo>
                    <a:pt x="1928" y="1145"/>
                  </a:lnTo>
                  <a:lnTo>
                    <a:pt x="1588" y="1406"/>
                  </a:lnTo>
                  <a:lnTo>
                    <a:pt x="1259" y="1667"/>
                  </a:lnTo>
                  <a:lnTo>
                    <a:pt x="624" y="2211"/>
                  </a:lnTo>
                  <a:lnTo>
                    <a:pt x="1" y="2756"/>
                  </a:lnTo>
                  <a:lnTo>
                    <a:pt x="2790" y="2347"/>
                  </a:lnTo>
                  <a:lnTo>
                    <a:pt x="2847" y="2257"/>
                  </a:lnTo>
                  <a:lnTo>
                    <a:pt x="2892" y="2177"/>
                  </a:lnTo>
                  <a:lnTo>
                    <a:pt x="3017" y="2019"/>
                  </a:lnTo>
                  <a:lnTo>
                    <a:pt x="3141" y="1871"/>
                  </a:lnTo>
                  <a:lnTo>
                    <a:pt x="3277" y="1724"/>
                  </a:lnTo>
                  <a:lnTo>
                    <a:pt x="3414" y="1576"/>
                  </a:lnTo>
                  <a:lnTo>
                    <a:pt x="3527" y="1429"/>
                  </a:lnTo>
                  <a:lnTo>
                    <a:pt x="3584" y="1350"/>
                  </a:lnTo>
                  <a:lnTo>
                    <a:pt x="3629" y="1259"/>
                  </a:lnTo>
                  <a:lnTo>
                    <a:pt x="3663" y="1179"/>
                  </a:lnTo>
                  <a:lnTo>
                    <a:pt x="3697" y="1089"/>
                  </a:lnTo>
                  <a:lnTo>
                    <a:pt x="3720" y="953"/>
                  </a:lnTo>
                  <a:lnTo>
                    <a:pt x="3731" y="817"/>
                  </a:lnTo>
                  <a:lnTo>
                    <a:pt x="3731" y="681"/>
                  </a:lnTo>
                  <a:lnTo>
                    <a:pt x="3708" y="544"/>
                  </a:lnTo>
                  <a:lnTo>
                    <a:pt x="3686" y="397"/>
                  </a:lnTo>
                  <a:lnTo>
                    <a:pt x="3652" y="261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rgbClr val="F5826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2405646" y="2414177"/>
              <a:ext cx="193587" cy="192029"/>
            </a:xfrm>
            <a:custGeom>
              <a:rect b="b" l="l" r="r" t="t"/>
              <a:pathLst>
                <a:path extrusionOk="0" h="5670" w="5716">
                  <a:moveTo>
                    <a:pt x="2971" y="0"/>
                  </a:moveTo>
                  <a:lnTo>
                    <a:pt x="2540" y="295"/>
                  </a:lnTo>
                  <a:lnTo>
                    <a:pt x="2132" y="601"/>
                  </a:lnTo>
                  <a:lnTo>
                    <a:pt x="1735" y="919"/>
                  </a:lnTo>
                  <a:lnTo>
                    <a:pt x="1361" y="1259"/>
                  </a:lnTo>
                  <a:lnTo>
                    <a:pt x="998" y="1610"/>
                  </a:lnTo>
                  <a:lnTo>
                    <a:pt x="647" y="1984"/>
                  </a:lnTo>
                  <a:lnTo>
                    <a:pt x="318" y="2381"/>
                  </a:lnTo>
                  <a:lnTo>
                    <a:pt x="171" y="2585"/>
                  </a:lnTo>
                  <a:lnTo>
                    <a:pt x="12" y="2790"/>
                  </a:lnTo>
                  <a:lnTo>
                    <a:pt x="1" y="3164"/>
                  </a:lnTo>
                  <a:lnTo>
                    <a:pt x="12" y="3538"/>
                  </a:lnTo>
                  <a:lnTo>
                    <a:pt x="57" y="3912"/>
                  </a:lnTo>
                  <a:lnTo>
                    <a:pt x="114" y="4275"/>
                  </a:lnTo>
                  <a:lnTo>
                    <a:pt x="205" y="4626"/>
                  </a:lnTo>
                  <a:lnTo>
                    <a:pt x="318" y="4978"/>
                  </a:lnTo>
                  <a:lnTo>
                    <a:pt x="465" y="5329"/>
                  </a:lnTo>
                  <a:lnTo>
                    <a:pt x="624" y="5670"/>
                  </a:lnTo>
                  <a:lnTo>
                    <a:pt x="998" y="5670"/>
                  </a:lnTo>
                  <a:lnTo>
                    <a:pt x="1361" y="5647"/>
                  </a:lnTo>
                  <a:lnTo>
                    <a:pt x="1713" y="5602"/>
                  </a:lnTo>
                  <a:lnTo>
                    <a:pt x="2064" y="5545"/>
                  </a:lnTo>
                  <a:lnTo>
                    <a:pt x="2404" y="5454"/>
                  </a:lnTo>
                  <a:lnTo>
                    <a:pt x="2733" y="5352"/>
                  </a:lnTo>
                  <a:lnTo>
                    <a:pt x="3062" y="5239"/>
                  </a:lnTo>
                  <a:lnTo>
                    <a:pt x="3380" y="5091"/>
                  </a:lnTo>
                  <a:lnTo>
                    <a:pt x="3697" y="4944"/>
                  </a:lnTo>
                  <a:lnTo>
                    <a:pt x="4003" y="4774"/>
                  </a:lnTo>
                  <a:lnTo>
                    <a:pt x="4309" y="4581"/>
                  </a:lnTo>
                  <a:lnTo>
                    <a:pt x="4604" y="4377"/>
                  </a:lnTo>
                  <a:lnTo>
                    <a:pt x="4888" y="4162"/>
                  </a:lnTo>
                  <a:lnTo>
                    <a:pt x="5171" y="3935"/>
                  </a:lnTo>
                  <a:lnTo>
                    <a:pt x="5443" y="3685"/>
                  </a:lnTo>
                  <a:lnTo>
                    <a:pt x="5715" y="3436"/>
                  </a:lnTo>
                  <a:lnTo>
                    <a:pt x="5625" y="3164"/>
                  </a:lnTo>
                  <a:lnTo>
                    <a:pt x="5523" y="2892"/>
                  </a:lnTo>
                  <a:lnTo>
                    <a:pt x="5409" y="2642"/>
                  </a:lnTo>
                  <a:lnTo>
                    <a:pt x="5284" y="2393"/>
                  </a:lnTo>
                  <a:lnTo>
                    <a:pt x="5137" y="2155"/>
                  </a:lnTo>
                  <a:lnTo>
                    <a:pt x="4990" y="1928"/>
                  </a:lnTo>
                  <a:lnTo>
                    <a:pt x="4831" y="1701"/>
                  </a:lnTo>
                  <a:lnTo>
                    <a:pt x="4661" y="1486"/>
                  </a:lnTo>
                  <a:lnTo>
                    <a:pt x="4479" y="1281"/>
                  </a:lnTo>
                  <a:lnTo>
                    <a:pt x="4287" y="1077"/>
                  </a:lnTo>
                  <a:lnTo>
                    <a:pt x="4083" y="885"/>
                  </a:lnTo>
                  <a:lnTo>
                    <a:pt x="3878" y="703"/>
                  </a:lnTo>
                  <a:lnTo>
                    <a:pt x="3663" y="522"/>
                  </a:lnTo>
                  <a:lnTo>
                    <a:pt x="3436" y="340"/>
                  </a:lnTo>
                  <a:lnTo>
                    <a:pt x="3209" y="170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2506264" y="2365409"/>
              <a:ext cx="192435" cy="90663"/>
            </a:xfrm>
            <a:custGeom>
              <a:rect b="b" l="l" r="r" t="t"/>
              <a:pathLst>
                <a:path extrusionOk="0" h="2677" w="5682">
                  <a:moveTo>
                    <a:pt x="5670" y="0"/>
                  </a:moveTo>
                  <a:lnTo>
                    <a:pt x="4955" y="11"/>
                  </a:lnTo>
                  <a:lnTo>
                    <a:pt x="4230" y="23"/>
                  </a:lnTo>
                  <a:lnTo>
                    <a:pt x="3515" y="45"/>
                  </a:lnTo>
                  <a:lnTo>
                    <a:pt x="2801" y="57"/>
                  </a:lnTo>
                  <a:lnTo>
                    <a:pt x="0" y="1440"/>
                  </a:lnTo>
                  <a:lnTo>
                    <a:pt x="273" y="2676"/>
                  </a:lnTo>
                  <a:lnTo>
                    <a:pt x="488" y="2619"/>
                  </a:lnTo>
                  <a:lnTo>
                    <a:pt x="692" y="2551"/>
                  </a:lnTo>
                  <a:lnTo>
                    <a:pt x="1112" y="2393"/>
                  </a:lnTo>
                  <a:lnTo>
                    <a:pt x="1508" y="2200"/>
                  </a:lnTo>
                  <a:lnTo>
                    <a:pt x="1905" y="1996"/>
                  </a:lnTo>
                  <a:lnTo>
                    <a:pt x="2291" y="1780"/>
                  </a:lnTo>
                  <a:lnTo>
                    <a:pt x="2654" y="1531"/>
                  </a:lnTo>
                  <a:lnTo>
                    <a:pt x="3017" y="1270"/>
                  </a:lnTo>
                  <a:lnTo>
                    <a:pt x="3357" y="987"/>
                  </a:lnTo>
                  <a:lnTo>
                    <a:pt x="3538" y="1032"/>
                  </a:lnTo>
                  <a:lnTo>
                    <a:pt x="3731" y="1055"/>
                  </a:lnTo>
                  <a:lnTo>
                    <a:pt x="4116" y="1055"/>
                  </a:lnTo>
                  <a:lnTo>
                    <a:pt x="4309" y="1032"/>
                  </a:lnTo>
                  <a:lnTo>
                    <a:pt x="4502" y="987"/>
                  </a:lnTo>
                  <a:lnTo>
                    <a:pt x="4683" y="941"/>
                  </a:lnTo>
                  <a:lnTo>
                    <a:pt x="4865" y="873"/>
                  </a:lnTo>
                  <a:lnTo>
                    <a:pt x="5001" y="805"/>
                  </a:lnTo>
                  <a:lnTo>
                    <a:pt x="5137" y="726"/>
                  </a:lnTo>
                  <a:lnTo>
                    <a:pt x="5250" y="635"/>
                  </a:lnTo>
                  <a:lnTo>
                    <a:pt x="5364" y="522"/>
                  </a:lnTo>
                  <a:lnTo>
                    <a:pt x="5466" y="397"/>
                  </a:lnTo>
                  <a:lnTo>
                    <a:pt x="5579" y="272"/>
                  </a:lnTo>
                  <a:lnTo>
                    <a:pt x="5624" y="216"/>
                  </a:lnTo>
                  <a:lnTo>
                    <a:pt x="5658" y="148"/>
                  </a:lnTo>
                  <a:lnTo>
                    <a:pt x="5681" y="68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2532003" y="2389217"/>
              <a:ext cx="192401" cy="91036"/>
            </a:xfrm>
            <a:custGeom>
              <a:rect b="b" l="l" r="r" t="t"/>
              <a:pathLst>
                <a:path extrusionOk="0" h="2688" w="5681">
                  <a:moveTo>
                    <a:pt x="5681" y="0"/>
                  </a:moveTo>
                  <a:lnTo>
                    <a:pt x="4955" y="11"/>
                  </a:lnTo>
                  <a:lnTo>
                    <a:pt x="4241" y="34"/>
                  </a:lnTo>
                  <a:lnTo>
                    <a:pt x="3526" y="46"/>
                  </a:lnTo>
                  <a:lnTo>
                    <a:pt x="2801" y="57"/>
                  </a:lnTo>
                  <a:lnTo>
                    <a:pt x="0" y="1452"/>
                  </a:lnTo>
                  <a:lnTo>
                    <a:pt x="284" y="2687"/>
                  </a:lnTo>
                  <a:lnTo>
                    <a:pt x="499" y="2619"/>
                  </a:lnTo>
                  <a:lnTo>
                    <a:pt x="703" y="2551"/>
                  </a:lnTo>
                  <a:lnTo>
                    <a:pt x="1111" y="2393"/>
                  </a:lnTo>
                  <a:lnTo>
                    <a:pt x="1519" y="2211"/>
                  </a:lnTo>
                  <a:lnTo>
                    <a:pt x="1905" y="2007"/>
                  </a:lnTo>
                  <a:lnTo>
                    <a:pt x="2291" y="1780"/>
                  </a:lnTo>
                  <a:lnTo>
                    <a:pt x="2665" y="1542"/>
                  </a:lnTo>
                  <a:lnTo>
                    <a:pt x="3016" y="1270"/>
                  </a:lnTo>
                  <a:lnTo>
                    <a:pt x="3356" y="998"/>
                  </a:lnTo>
                  <a:lnTo>
                    <a:pt x="3549" y="1032"/>
                  </a:lnTo>
                  <a:lnTo>
                    <a:pt x="3742" y="1055"/>
                  </a:lnTo>
                  <a:lnTo>
                    <a:pt x="3935" y="1066"/>
                  </a:lnTo>
                  <a:lnTo>
                    <a:pt x="4127" y="1055"/>
                  </a:lnTo>
                  <a:lnTo>
                    <a:pt x="4309" y="1032"/>
                  </a:lnTo>
                  <a:lnTo>
                    <a:pt x="4502" y="998"/>
                  </a:lnTo>
                  <a:lnTo>
                    <a:pt x="4683" y="941"/>
                  </a:lnTo>
                  <a:lnTo>
                    <a:pt x="4864" y="873"/>
                  </a:lnTo>
                  <a:lnTo>
                    <a:pt x="5001" y="805"/>
                  </a:lnTo>
                  <a:lnTo>
                    <a:pt x="5137" y="726"/>
                  </a:lnTo>
                  <a:lnTo>
                    <a:pt x="5261" y="635"/>
                  </a:lnTo>
                  <a:lnTo>
                    <a:pt x="5363" y="522"/>
                  </a:lnTo>
                  <a:lnTo>
                    <a:pt x="5477" y="408"/>
                  </a:lnTo>
                  <a:lnTo>
                    <a:pt x="5590" y="284"/>
                  </a:lnTo>
                  <a:lnTo>
                    <a:pt x="5635" y="216"/>
                  </a:lnTo>
                  <a:lnTo>
                    <a:pt x="5669" y="148"/>
                  </a:lnTo>
                  <a:lnTo>
                    <a:pt x="5681" y="80"/>
                  </a:lnTo>
                  <a:lnTo>
                    <a:pt x="5681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526990" y="2434531"/>
              <a:ext cx="192063" cy="90663"/>
            </a:xfrm>
            <a:custGeom>
              <a:rect b="b" l="l" r="r" t="t"/>
              <a:pathLst>
                <a:path extrusionOk="0" h="2677" w="5671">
                  <a:moveTo>
                    <a:pt x="5670" y="0"/>
                  </a:moveTo>
                  <a:lnTo>
                    <a:pt x="4944" y="11"/>
                  </a:lnTo>
                  <a:lnTo>
                    <a:pt x="4230" y="23"/>
                  </a:lnTo>
                  <a:lnTo>
                    <a:pt x="3516" y="45"/>
                  </a:lnTo>
                  <a:lnTo>
                    <a:pt x="2790" y="57"/>
                  </a:lnTo>
                  <a:lnTo>
                    <a:pt x="1" y="1440"/>
                  </a:lnTo>
                  <a:lnTo>
                    <a:pt x="273" y="2676"/>
                  </a:lnTo>
                  <a:lnTo>
                    <a:pt x="488" y="2619"/>
                  </a:lnTo>
                  <a:lnTo>
                    <a:pt x="692" y="2551"/>
                  </a:lnTo>
                  <a:lnTo>
                    <a:pt x="1112" y="2393"/>
                  </a:lnTo>
                  <a:lnTo>
                    <a:pt x="1509" y="2211"/>
                  </a:lnTo>
                  <a:lnTo>
                    <a:pt x="1906" y="2007"/>
                  </a:lnTo>
                  <a:lnTo>
                    <a:pt x="2280" y="1780"/>
                  </a:lnTo>
                  <a:lnTo>
                    <a:pt x="2654" y="1531"/>
                  </a:lnTo>
                  <a:lnTo>
                    <a:pt x="3005" y="1270"/>
                  </a:lnTo>
                  <a:lnTo>
                    <a:pt x="3357" y="987"/>
                  </a:lnTo>
                  <a:lnTo>
                    <a:pt x="3538" y="1032"/>
                  </a:lnTo>
                  <a:lnTo>
                    <a:pt x="3731" y="1055"/>
                  </a:lnTo>
                  <a:lnTo>
                    <a:pt x="3924" y="1066"/>
                  </a:lnTo>
                  <a:lnTo>
                    <a:pt x="4117" y="1055"/>
                  </a:lnTo>
                  <a:lnTo>
                    <a:pt x="4309" y="1032"/>
                  </a:lnTo>
                  <a:lnTo>
                    <a:pt x="4491" y="987"/>
                  </a:lnTo>
                  <a:lnTo>
                    <a:pt x="4684" y="941"/>
                  </a:lnTo>
                  <a:lnTo>
                    <a:pt x="4854" y="873"/>
                  </a:lnTo>
                  <a:lnTo>
                    <a:pt x="5001" y="805"/>
                  </a:lnTo>
                  <a:lnTo>
                    <a:pt x="5126" y="726"/>
                  </a:lnTo>
                  <a:lnTo>
                    <a:pt x="5251" y="635"/>
                  </a:lnTo>
                  <a:lnTo>
                    <a:pt x="5353" y="522"/>
                  </a:lnTo>
                  <a:lnTo>
                    <a:pt x="5466" y="408"/>
                  </a:lnTo>
                  <a:lnTo>
                    <a:pt x="5579" y="272"/>
                  </a:lnTo>
                  <a:lnTo>
                    <a:pt x="5625" y="216"/>
                  </a:lnTo>
                  <a:lnTo>
                    <a:pt x="5659" y="148"/>
                  </a:lnTo>
                  <a:lnTo>
                    <a:pt x="5670" y="68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2492819" y="2490207"/>
              <a:ext cx="192029" cy="91036"/>
            </a:xfrm>
            <a:custGeom>
              <a:rect b="b" l="l" r="r" t="t"/>
              <a:pathLst>
                <a:path extrusionOk="0" h="2688" w="5670">
                  <a:moveTo>
                    <a:pt x="5670" y="0"/>
                  </a:moveTo>
                  <a:lnTo>
                    <a:pt x="4944" y="12"/>
                  </a:lnTo>
                  <a:lnTo>
                    <a:pt x="4230" y="34"/>
                  </a:lnTo>
                  <a:lnTo>
                    <a:pt x="3516" y="46"/>
                  </a:lnTo>
                  <a:lnTo>
                    <a:pt x="2790" y="57"/>
                  </a:lnTo>
                  <a:lnTo>
                    <a:pt x="1" y="1452"/>
                  </a:lnTo>
                  <a:lnTo>
                    <a:pt x="273" y="2688"/>
                  </a:lnTo>
                  <a:lnTo>
                    <a:pt x="488" y="2620"/>
                  </a:lnTo>
                  <a:lnTo>
                    <a:pt x="692" y="2551"/>
                  </a:lnTo>
                  <a:lnTo>
                    <a:pt x="1112" y="2393"/>
                  </a:lnTo>
                  <a:lnTo>
                    <a:pt x="1509" y="2211"/>
                  </a:lnTo>
                  <a:lnTo>
                    <a:pt x="1905" y="2007"/>
                  </a:lnTo>
                  <a:lnTo>
                    <a:pt x="2280" y="1780"/>
                  </a:lnTo>
                  <a:lnTo>
                    <a:pt x="2654" y="1531"/>
                  </a:lnTo>
                  <a:lnTo>
                    <a:pt x="3005" y="1270"/>
                  </a:lnTo>
                  <a:lnTo>
                    <a:pt x="3357" y="998"/>
                  </a:lnTo>
                  <a:lnTo>
                    <a:pt x="3538" y="1032"/>
                  </a:lnTo>
                  <a:lnTo>
                    <a:pt x="3731" y="1055"/>
                  </a:lnTo>
                  <a:lnTo>
                    <a:pt x="3924" y="1066"/>
                  </a:lnTo>
                  <a:lnTo>
                    <a:pt x="4117" y="1055"/>
                  </a:lnTo>
                  <a:lnTo>
                    <a:pt x="4309" y="1032"/>
                  </a:lnTo>
                  <a:lnTo>
                    <a:pt x="4491" y="998"/>
                  </a:lnTo>
                  <a:lnTo>
                    <a:pt x="4683" y="941"/>
                  </a:lnTo>
                  <a:lnTo>
                    <a:pt x="4854" y="873"/>
                  </a:lnTo>
                  <a:lnTo>
                    <a:pt x="5001" y="805"/>
                  </a:lnTo>
                  <a:lnTo>
                    <a:pt x="5126" y="726"/>
                  </a:lnTo>
                  <a:lnTo>
                    <a:pt x="5250" y="635"/>
                  </a:lnTo>
                  <a:lnTo>
                    <a:pt x="5352" y="522"/>
                  </a:lnTo>
                  <a:lnTo>
                    <a:pt x="5466" y="408"/>
                  </a:lnTo>
                  <a:lnTo>
                    <a:pt x="5579" y="284"/>
                  </a:lnTo>
                  <a:lnTo>
                    <a:pt x="5625" y="216"/>
                  </a:lnTo>
                  <a:lnTo>
                    <a:pt x="5659" y="148"/>
                  </a:lnTo>
                  <a:lnTo>
                    <a:pt x="5670" y="80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1900289" y="2510155"/>
              <a:ext cx="559186" cy="388291"/>
            </a:xfrm>
            <a:custGeom>
              <a:rect b="b" l="l" r="r" t="t"/>
              <a:pathLst>
                <a:path extrusionOk="0" h="11465" w="16511">
                  <a:moveTo>
                    <a:pt x="14855" y="1"/>
                  </a:moveTo>
                  <a:lnTo>
                    <a:pt x="13403" y="908"/>
                  </a:lnTo>
                  <a:lnTo>
                    <a:pt x="12689" y="1350"/>
                  </a:lnTo>
                  <a:lnTo>
                    <a:pt x="11963" y="1792"/>
                  </a:lnTo>
                  <a:lnTo>
                    <a:pt x="11249" y="2223"/>
                  </a:lnTo>
                  <a:lnTo>
                    <a:pt x="10523" y="2631"/>
                  </a:lnTo>
                  <a:lnTo>
                    <a:pt x="9797" y="3040"/>
                  </a:lnTo>
                  <a:lnTo>
                    <a:pt x="9060" y="3425"/>
                  </a:lnTo>
                  <a:lnTo>
                    <a:pt x="8312" y="3788"/>
                  </a:lnTo>
                  <a:lnTo>
                    <a:pt x="7552" y="4140"/>
                  </a:lnTo>
                  <a:lnTo>
                    <a:pt x="7167" y="4310"/>
                  </a:lnTo>
                  <a:lnTo>
                    <a:pt x="6770" y="4468"/>
                  </a:lnTo>
                  <a:lnTo>
                    <a:pt x="6373" y="4627"/>
                  </a:lnTo>
                  <a:lnTo>
                    <a:pt x="5965" y="4775"/>
                  </a:lnTo>
                  <a:lnTo>
                    <a:pt x="5557" y="4911"/>
                  </a:lnTo>
                  <a:lnTo>
                    <a:pt x="5149" y="5047"/>
                  </a:lnTo>
                  <a:lnTo>
                    <a:pt x="4729" y="5183"/>
                  </a:lnTo>
                  <a:lnTo>
                    <a:pt x="4298" y="5307"/>
                  </a:lnTo>
                  <a:lnTo>
                    <a:pt x="3867" y="5421"/>
                  </a:lnTo>
                  <a:lnTo>
                    <a:pt x="3436" y="5523"/>
                  </a:lnTo>
                  <a:lnTo>
                    <a:pt x="2983" y="5625"/>
                  </a:lnTo>
                  <a:lnTo>
                    <a:pt x="2529" y="5727"/>
                  </a:lnTo>
                  <a:lnTo>
                    <a:pt x="2450" y="5750"/>
                  </a:lnTo>
                  <a:lnTo>
                    <a:pt x="2359" y="5784"/>
                  </a:lnTo>
                  <a:lnTo>
                    <a:pt x="2257" y="5829"/>
                  </a:lnTo>
                  <a:lnTo>
                    <a:pt x="2155" y="5886"/>
                  </a:lnTo>
                  <a:lnTo>
                    <a:pt x="1940" y="6044"/>
                  </a:lnTo>
                  <a:lnTo>
                    <a:pt x="1702" y="6226"/>
                  </a:lnTo>
                  <a:lnTo>
                    <a:pt x="1452" y="6441"/>
                  </a:lnTo>
                  <a:lnTo>
                    <a:pt x="1214" y="6691"/>
                  </a:lnTo>
                  <a:lnTo>
                    <a:pt x="976" y="6940"/>
                  </a:lnTo>
                  <a:lnTo>
                    <a:pt x="738" y="7212"/>
                  </a:lnTo>
                  <a:lnTo>
                    <a:pt x="534" y="7485"/>
                  </a:lnTo>
                  <a:lnTo>
                    <a:pt x="352" y="7745"/>
                  </a:lnTo>
                  <a:lnTo>
                    <a:pt x="193" y="7995"/>
                  </a:lnTo>
                  <a:lnTo>
                    <a:pt x="137" y="8119"/>
                  </a:lnTo>
                  <a:lnTo>
                    <a:pt x="80" y="8233"/>
                  </a:lnTo>
                  <a:lnTo>
                    <a:pt x="46" y="8346"/>
                  </a:lnTo>
                  <a:lnTo>
                    <a:pt x="12" y="8448"/>
                  </a:lnTo>
                  <a:lnTo>
                    <a:pt x="1" y="8539"/>
                  </a:lnTo>
                  <a:lnTo>
                    <a:pt x="1" y="8630"/>
                  </a:lnTo>
                  <a:lnTo>
                    <a:pt x="12" y="8709"/>
                  </a:lnTo>
                  <a:lnTo>
                    <a:pt x="35" y="8777"/>
                  </a:lnTo>
                  <a:lnTo>
                    <a:pt x="80" y="8834"/>
                  </a:lnTo>
                  <a:lnTo>
                    <a:pt x="137" y="8868"/>
                  </a:lnTo>
                  <a:lnTo>
                    <a:pt x="386" y="9004"/>
                  </a:lnTo>
                  <a:lnTo>
                    <a:pt x="602" y="9129"/>
                  </a:lnTo>
                  <a:lnTo>
                    <a:pt x="806" y="9265"/>
                  </a:lnTo>
                  <a:lnTo>
                    <a:pt x="999" y="9389"/>
                  </a:lnTo>
                  <a:lnTo>
                    <a:pt x="1339" y="9628"/>
                  </a:lnTo>
                  <a:lnTo>
                    <a:pt x="1622" y="9866"/>
                  </a:lnTo>
                  <a:lnTo>
                    <a:pt x="1860" y="10092"/>
                  </a:lnTo>
                  <a:lnTo>
                    <a:pt x="2053" y="10308"/>
                  </a:lnTo>
                  <a:lnTo>
                    <a:pt x="2200" y="10512"/>
                  </a:lnTo>
                  <a:lnTo>
                    <a:pt x="2314" y="10693"/>
                  </a:lnTo>
                  <a:lnTo>
                    <a:pt x="2405" y="10863"/>
                  </a:lnTo>
                  <a:lnTo>
                    <a:pt x="2461" y="11011"/>
                  </a:lnTo>
                  <a:lnTo>
                    <a:pt x="2495" y="11147"/>
                  </a:lnTo>
                  <a:lnTo>
                    <a:pt x="2518" y="11260"/>
                  </a:lnTo>
                  <a:lnTo>
                    <a:pt x="2518" y="11351"/>
                  </a:lnTo>
                  <a:lnTo>
                    <a:pt x="2518" y="11408"/>
                  </a:lnTo>
                  <a:lnTo>
                    <a:pt x="2518" y="11464"/>
                  </a:lnTo>
                  <a:lnTo>
                    <a:pt x="2994" y="11396"/>
                  </a:lnTo>
                  <a:lnTo>
                    <a:pt x="3561" y="11306"/>
                  </a:lnTo>
                  <a:lnTo>
                    <a:pt x="4219" y="11192"/>
                  </a:lnTo>
                  <a:lnTo>
                    <a:pt x="4570" y="11113"/>
                  </a:lnTo>
                  <a:lnTo>
                    <a:pt x="4933" y="11034"/>
                  </a:lnTo>
                  <a:lnTo>
                    <a:pt x="5319" y="10932"/>
                  </a:lnTo>
                  <a:lnTo>
                    <a:pt x="5715" y="10818"/>
                  </a:lnTo>
                  <a:lnTo>
                    <a:pt x="6135" y="10693"/>
                  </a:lnTo>
                  <a:lnTo>
                    <a:pt x="6555" y="10557"/>
                  </a:lnTo>
                  <a:lnTo>
                    <a:pt x="6985" y="10410"/>
                  </a:lnTo>
                  <a:lnTo>
                    <a:pt x="7439" y="10229"/>
                  </a:lnTo>
                  <a:lnTo>
                    <a:pt x="7893" y="10047"/>
                  </a:lnTo>
                  <a:lnTo>
                    <a:pt x="8346" y="9843"/>
                  </a:lnTo>
                  <a:lnTo>
                    <a:pt x="8822" y="9605"/>
                  </a:lnTo>
                  <a:lnTo>
                    <a:pt x="9287" y="9367"/>
                  </a:lnTo>
                  <a:lnTo>
                    <a:pt x="9763" y="9095"/>
                  </a:lnTo>
                  <a:lnTo>
                    <a:pt x="10251" y="8800"/>
                  </a:lnTo>
                  <a:lnTo>
                    <a:pt x="10727" y="8482"/>
                  </a:lnTo>
                  <a:lnTo>
                    <a:pt x="11215" y="8142"/>
                  </a:lnTo>
                  <a:lnTo>
                    <a:pt x="11691" y="7779"/>
                  </a:lnTo>
                  <a:lnTo>
                    <a:pt x="12167" y="7382"/>
                  </a:lnTo>
                  <a:lnTo>
                    <a:pt x="12655" y="6963"/>
                  </a:lnTo>
                  <a:lnTo>
                    <a:pt x="13120" y="6521"/>
                  </a:lnTo>
                  <a:lnTo>
                    <a:pt x="13585" y="6044"/>
                  </a:lnTo>
                  <a:lnTo>
                    <a:pt x="14050" y="5534"/>
                  </a:lnTo>
                  <a:lnTo>
                    <a:pt x="14503" y="4990"/>
                  </a:lnTo>
                  <a:lnTo>
                    <a:pt x="14730" y="4706"/>
                  </a:lnTo>
                  <a:lnTo>
                    <a:pt x="14957" y="4423"/>
                  </a:lnTo>
                  <a:lnTo>
                    <a:pt x="15172" y="4117"/>
                  </a:lnTo>
                  <a:lnTo>
                    <a:pt x="15387" y="3811"/>
                  </a:lnTo>
                  <a:lnTo>
                    <a:pt x="15603" y="3493"/>
                  </a:lnTo>
                  <a:lnTo>
                    <a:pt x="15807" y="3176"/>
                  </a:lnTo>
                  <a:lnTo>
                    <a:pt x="15898" y="3051"/>
                  </a:lnTo>
                  <a:lnTo>
                    <a:pt x="16000" y="2926"/>
                  </a:lnTo>
                  <a:lnTo>
                    <a:pt x="16193" y="2677"/>
                  </a:lnTo>
                  <a:lnTo>
                    <a:pt x="16363" y="2473"/>
                  </a:lnTo>
                  <a:lnTo>
                    <a:pt x="16453" y="2359"/>
                  </a:lnTo>
                  <a:lnTo>
                    <a:pt x="16476" y="2303"/>
                  </a:lnTo>
                  <a:lnTo>
                    <a:pt x="16499" y="2235"/>
                  </a:lnTo>
                  <a:lnTo>
                    <a:pt x="16510" y="2189"/>
                  </a:lnTo>
                  <a:lnTo>
                    <a:pt x="16510" y="2155"/>
                  </a:lnTo>
                  <a:lnTo>
                    <a:pt x="16487" y="2065"/>
                  </a:lnTo>
                  <a:lnTo>
                    <a:pt x="16453" y="1985"/>
                  </a:lnTo>
                  <a:lnTo>
                    <a:pt x="16419" y="1906"/>
                  </a:lnTo>
                  <a:lnTo>
                    <a:pt x="16272" y="1634"/>
                  </a:lnTo>
                  <a:lnTo>
                    <a:pt x="16113" y="1362"/>
                  </a:lnTo>
                  <a:lnTo>
                    <a:pt x="15943" y="1101"/>
                  </a:lnTo>
                  <a:lnTo>
                    <a:pt x="15750" y="851"/>
                  </a:lnTo>
                  <a:lnTo>
                    <a:pt x="15535" y="602"/>
                  </a:lnTo>
                  <a:lnTo>
                    <a:pt x="15297" y="364"/>
                  </a:lnTo>
                  <a:lnTo>
                    <a:pt x="15070" y="148"/>
                  </a:lnTo>
                  <a:lnTo>
                    <a:pt x="14934" y="35"/>
                  </a:lnTo>
                  <a:lnTo>
                    <a:pt x="14877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1336173" y="2442964"/>
              <a:ext cx="696282" cy="472384"/>
            </a:xfrm>
            <a:custGeom>
              <a:rect b="b" l="l" r="r" t="t"/>
              <a:pathLst>
                <a:path extrusionOk="0" h="13948" w="20559">
                  <a:moveTo>
                    <a:pt x="3006" y="1"/>
                  </a:moveTo>
                  <a:lnTo>
                    <a:pt x="2745" y="12"/>
                  </a:lnTo>
                  <a:lnTo>
                    <a:pt x="2495" y="35"/>
                  </a:lnTo>
                  <a:lnTo>
                    <a:pt x="2246" y="80"/>
                  </a:lnTo>
                  <a:lnTo>
                    <a:pt x="2008" y="148"/>
                  </a:lnTo>
                  <a:lnTo>
                    <a:pt x="1781" y="239"/>
                  </a:lnTo>
                  <a:lnTo>
                    <a:pt x="1554" y="341"/>
                  </a:lnTo>
                  <a:lnTo>
                    <a:pt x="1350" y="465"/>
                  </a:lnTo>
                  <a:lnTo>
                    <a:pt x="1146" y="613"/>
                  </a:lnTo>
                  <a:lnTo>
                    <a:pt x="965" y="783"/>
                  </a:lnTo>
                  <a:lnTo>
                    <a:pt x="783" y="976"/>
                  </a:lnTo>
                  <a:lnTo>
                    <a:pt x="636" y="1180"/>
                  </a:lnTo>
                  <a:lnTo>
                    <a:pt x="557" y="1293"/>
                  </a:lnTo>
                  <a:lnTo>
                    <a:pt x="500" y="1418"/>
                  </a:lnTo>
                  <a:lnTo>
                    <a:pt x="386" y="1645"/>
                  </a:lnTo>
                  <a:lnTo>
                    <a:pt x="296" y="1871"/>
                  </a:lnTo>
                  <a:lnTo>
                    <a:pt x="205" y="2110"/>
                  </a:lnTo>
                  <a:lnTo>
                    <a:pt x="137" y="2348"/>
                  </a:lnTo>
                  <a:lnTo>
                    <a:pt x="92" y="2597"/>
                  </a:lnTo>
                  <a:lnTo>
                    <a:pt x="46" y="2847"/>
                  </a:lnTo>
                  <a:lnTo>
                    <a:pt x="12" y="3096"/>
                  </a:lnTo>
                  <a:lnTo>
                    <a:pt x="1" y="3346"/>
                  </a:lnTo>
                  <a:lnTo>
                    <a:pt x="1" y="3595"/>
                  </a:lnTo>
                  <a:lnTo>
                    <a:pt x="1" y="3856"/>
                  </a:lnTo>
                  <a:lnTo>
                    <a:pt x="24" y="4105"/>
                  </a:lnTo>
                  <a:lnTo>
                    <a:pt x="46" y="4366"/>
                  </a:lnTo>
                  <a:lnTo>
                    <a:pt x="92" y="4627"/>
                  </a:lnTo>
                  <a:lnTo>
                    <a:pt x="137" y="4876"/>
                  </a:lnTo>
                  <a:lnTo>
                    <a:pt x="194" y="5137"/>
                  </a:lnTo>
                  <a:lnTo>
                    <a:pt x="262" y="5387"/>
                  </a:lnTo>
                  <a:lnTo>
                    <a:pt x="341" y="5636"/>
                  </a:lnTo>
                  <a:lnTo>
                    <a:pt x="432" y="5885"/>
                  </a:lnTo>
                  <a:lnTo>
                    <a:pt x="523" y="6135"/>
                  </a:lnTo>
                  <a:lnTo>
                    <a:pt x="625" y="6384"/>
                  </a:lnTo>
                  <a:lnTo>
                    <a:pt x="727" y="6622"/>
                  </a:lnTo>
                  <a:lnTo>
                    <a:pt x="851" y="6849"/>
                  </a:lnTo>
                  <a:lnTo>
                    <a:pt x="976" y="7087"/>
                  </a:lnTo>
                  <a:lnTo>
                    <a:pt x="1101" y="7314"/>
                  </a:lnTo>
                  <a:lnTo>
                    <a:pt x="1237" y="7530"/>
                  </a:lnTo>
                  <a:lnTo>
                    <a:pt x="1373" y="7745"/>
                  </a:lnTo>
                  <a:lnTo>
                    <a:pt x="1520" y="7949"/>
                  </a:lnTo>
                  <a:lnTo>
                    <a:pt x="1679" y="8153"/>
                  </a:lnTo>
                  <a:lnTo>
                    <a:pt x="1838" y="8346"/>
                  </a:lnTo>
                  <a:lnTo>
                    <a:pt x="1997" y="8539"/>
                  </a:lnTo>
                  <a:lnTo>
                    <a:pt x="2155" y="8709"/>
                  </a:lnTo>
                  <a:lnTo>
                    <a:pt x="2325" y="8879"/>
                  </a:lnTo>
                  <a:lnTo>
                    <a:pt x="2654" y="9174"/>
                  </a:lnTo>
                  <a:lnTo>
                    <a:pt x="2994" y="9457"/>
                  </a:lnTo>
                  <a:lnTo>
                    <a:pt x="3335" y="9729"/>
                  </a:lnTo>
                  <a:lnTo>
                    <a:pt x="3697" y="9979"/>
                  </a:lnTo>
                  <a:lnTo>
                    <a:pt x="4072" y="10217"/>
                  </a:lnTo>
                  <a:lnTo>
                    <a:pt x="4446" y="10444"/>
                  </a:lnTo>
                  <a:lnTo>
                    <a:pt x="4831" y="10648"/>
                  </a:lnTo>
                  <a:lnTo>
                    <a:pt x="5228" y="10852"/>
                  </a:lnTo>
                  <a:lnTo>
                    <a:pt x="5625" y="11045"/>
                  </a:lnTo>
                  <a:lnTo>
                    <a:pt x="6033" y="11215"/>
                  </a:lnTo>
                  <a:lnTo>
                    <a:pt x="6441" y="11385"/>
                  </a:lnTo>
                  <a:lnTo>
                    <a:pt x="6861" y="11544"/>
                  </a:lnTo>
                  <a:lnTo>
                    <a:pt x="7280" y="11691"/>
                  </a:lnTo>
                  <a:lnTo>
                    <a:pt x="7700" y="11838"/>
                  </a:lnTo>
                  <a:lnTo>
                    <a:pt x="8550" y="12110"/>
                  </a:lnTo>
                  <a:lnTo>
                    <a:pt x="9174" y="12292"/>
                  </a:lnTo>
                  <a:lnTo>
                    <a:pt x="9798" y="12462"/>
                  </a:lnTo>
                  <a:lnTo>
                    <a:pt x="10421" y="12632"/>
                  </a:lnTo>
                  <a:lnTo>
                    <a:pt x="11056" y="12791"/>
                  </a:lnTo>
                  <a:lnTo>
                    <a:pt x="11691" y="12938"/>
                  </a:lnTo>
                  <a:lnTo>
                    <a:pt x="12326" y="13074"/>
                  </a:lnTo>
                  <a:lnTo>
                    <a:pt x="12961" y="13199"/>
                  </a:lnTo>
                  <a:lnTo>
                    <a:pt x="13596" y="13324"/>
                  </a:lnTo>
                  <a:lnTo>
                    <a:pt x="14231" y="13426"/>
                  </a:lnTo>
                  <a:lnTo>
                    <a:pt x="14877" y="13528"/>
                  </a:lnTo>
                  <a:lnTo>
                    <a:pt x="15524" y="13619"/>
                  </a:lnTo>
                  <a:lnTo>
                    <a:pt x="16159" y="13709"/>
                  </a:lnTo>
                  <a:lnTo>
                    <a:pt x="16805" y="13777"/>
                  </a:lnTo>
                  <a:lnTo>
                    <a:pt x="17451" y="13845"/>
                  </a:lnTo>
                  <a:lnTo>
                    <a:pt x="18098" y="13902"/>
                  </a:lnTo>
                  <a:lnTo>
                    <a:pt x="18755" y="13947"/>
                  </a:lnTo>
                  <a:lnTo>
                    <a:pt x="19039" y="13573"/>
                  </a:lnTo>
                  <a:lnTo>
                    <a:pt x="19311" y="13176"/>
                  </a:lnTo>
                  <a:lnTo>
                    <a:pt x="19572" y="12779"/>
                  </a:lnTo>
                  <a:lnTo>
                    <a:pt x="19799" y="12360"/>
                  </a:lnTo>
                  <a:lnTo>
                    <a:pt x="19901" y="12144"/>
                  </a:lnTo>
                  <a:lnTo>
                    <a:pt x="20003" y="11929"/>
                  </a:lnTo>
                  <a:lnTo>
                    <a:pt x="20093" y="11714"/>
                  </a:lnTo>
                  <a:lnTo>
                    <a:pt x="20173" y="11498"/>
                  </a:lnTo>
                  <a:lnTo>
                    <a:pt x="20252" y="11283"/>
                  </a:lnTo>
                  <a:lnTo>
                    <a:pt x="20320" y="11067"/>
                  </a:lnTo>
                  <a:lnTo>
                    <a:pt x="20377" y="10841"/>
                  </a:lnTo>
                  <a:lnTo>
                    <a:pt x="20434" y="10625"/>
                  </a:lnTo>
                  <a:lnTo>
                    <a:pt x="20479" y="10398"/>
                  </a:lnTo>
                  <a:lnTo>
                    <a:pt x="20513" y="10183"/>
                  </a:lnTo>
                  <a:lnTo>
                    <a:pt x="20536" y="9956"/>
                  </a:lnTo>
                  <a:lnTo>
                    <a:pt x="20547" y="9729"/>
                  </a:lnTo>
                  <a:lnTo>
                    <a:pt x="20558" y="9514"/>
                  </a:lnTo>
                  <a:lnTo>
                    <a:pt x="20547" y="9287"/>
                  </a:lnTo>
                  <a:lnTo>
                    <a:pt x="20536" y="9072"/>
                  </a:lnTo>
                  <a:lnTo>
                    <a:pt x="20513" y="8845"/>
                  </a:lnTo>
                  <a:lnTo>
                    <a:pt x="20479" y="8629"/>
                  </a:lnTo>
                  <a:lnTo>
                    <a:pt x="20434" y="8414"/>
                  </a:lnTo>
                  <a:lnTo>
                    <a:pt x="20365" y="8199"/>
                  </a:lnTo>
                  <a:lnTo>
                    <a:pt x="20297" y="7994"/>
                  </a:lnTo>
                  <a:lnTo>
                    <a:pt x="20218" y="7779"/>
                  </a:lnTo>
                  <a:lnTo>
                    <a:pt x="20116" y="7575"/>
                  </a:lnTo>
                  <a:lnTo>
                    <a:pt x="20014" y="7371"/>
                  </a:lnTo>
                  <a:lnTo>
                    <a:pt x="19889" y="7167"/>
                  </a:lnTo>
                  <a:lnTo>
                    <a:pt x="19164" y="7144"/>
                  </a:lnTo>
                  <a:lnTo>
                    <a:pt x="18812" y="7121"/>
                  </a:lnTo>
                  <a:lnTo>
                    <a:pt x="18461" y="7099"/>
                  </a:lnTo>
                  <a:lnTo>
                    <a:pt x="18109" y="7076"/>
                  </a:lnTo>
                  <a:lnTo>
                    <a:pt x="17769" y="7031"/>
                  </a:lnTo>
                  <a:lnTo>
                    <a:pt x="17406" y="6963"/>
                  </a:lnTo>
                  <a:lnTo>
                    <a:pt x="17055" y="6872"/>
                  </a:lnTo>
                  <a:lnTo>
                    <a:pt x="16374" y="6679"/>
                  </a:lnTo>
                  <a:lnTo>
                    <a:pt x="15717" y="6464"/>
                  </a:lnTo>
                  <a:lnTo>
                    <a:pt x="15048" y="6226"/>
                  </a:lnTo>
                  <a:lnTo>
                    <a:pt x="14401" y="5965"/>
                  </a:lnTo>
                  <a:lnTo>
                    <a:pt x="13778" y="5704"/>
                  </a:lnTo>
                  <a:lnTo>
                    <a:pt x="13165" y="5421"/>
                  </a:lnTo>
                  <a:lnTo>
                    <a:pt x="12564" y="5114"/>
                  </a:lnTo>
                  <a:lnTo>
                    <a:pt x="11963" y="4808"/>
                  </a:lnTo>
                  <a:lnTo>
                    <a:pt x="11374" y="4468"/>
                  </a:lnTo>
                  <a:lnTo>
                    <a:pt x="10796" y="4128"/>
                  </a:lnTo>
                  <a:lnTo>
                    <a:pt x="10229" y="3776"/>
                  </a:lnTo>
                  <a:lnTo>
                    <a:pt x="9673" y="3414"/>
                  </a:lnTo>
                  <a:lnTo>
                    <a:pt x="9004" y="2949"/>
                  </a:lnTo>
                  <a:lnTo>
                    <a:pt x="8335" y="2472"/>
                  </a:lnTo>
                  <a:lnTo>
                    <a:pt x="7666" y="1985"/>
                  </a:lnTo>
                  <a:lnTo>
                    <a:pt x="7326" y="1758"/>
                  </a:lnTo>
                  <a:lnTo>
                    <a:pt x="6986" y="1531"/>
                  </a:lnTo>
                  <a:lnTo>
                    <a:pt x="6634" y="1305"/>
                  </a:lnTo>
                  <a:lnTo>
                    <a:pt x="6283" y="1089"/>
                  </a:lnTo>
                  <a:lnTo>
                    <a:pt x="5931" y="896"/>
                  </a:lnTo>
                  <a:lnTo>
                    <a:pt x="5568" y="704"/>
                  </a:lnTo>
                  <a:lnTo>
                    <a:pt x="5194" y="534"/>
                  </a:lnTo>
                  <a:lnTo>
                    <a:pt x="4820" y="386"/>
                  </a:lnTo>
                  <a:lnTo>
                    <a:pt x="4423" y="250"/>
                  </a:lnTo>
                  <a:lnTo>
                    <a:pt x="4026" y="137"/>
                  </a:lnTo>
                  <a:lnTo>
                    <a:pt x="3777" y="69"/>
                  </a:lnTo>
                  <a:lnTo>
                    <a:pt x="3516" y="35"/>
                  </a:lnTo>
                  <a:lnTo>
                    <a:pt x="3255" y="12"/>
                  </a:lnTo>
                  <a:lnTo>
                    <a:pt x="3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1515903" y="2144192"/>
              <a:ext cx="233144" cy="361028"/>
            </a:xfrm>
            <a:custGeom>
              <a:rect b="b" l="l" r="r" t="t"/>
              <a:pathLst>
                <a:path extrusionOk="0" h="10660" w="6884">
                  <a:moveTo>
                    <a:pt x="2280" y="1"/>
                  </a:moveTo>
                  <a:lnTo>
                    <a:pt x="1985" y="715"/>
                  </a:lnTo>
                  <a:lnTo>
                    <a:pt x="1701" y="1486"/>
                  </a:lnTo>
                  <a:lnTo>
                    <a:pt x="1418" y="2280"/>
                  </a:lnTo>
                  <a:lnTo>
                    <a:pt x="1134" y="3108"/>
                  </a:lnTo>
                  <a:lnTo>
                    <a:pt x="579" y="4809"/>
                  </a:lnTo>
                  <a:lnTo>
                    <a:pt x="12" y="6532"/>
                  </a:lnTo>
                  <a:lnTo>
                    <a:pt x="1" y="6577"/>
                  </a:lnTo>
                  <a:lnTo>
                    <a:pt x="12" y="6646"/>
                  </a:lnTo>
                  <a:lnTo>
                    <a:pt x="23" y="6725"/>
                  </a:lnTo>
                  <a:lnTo>
                    <a:pt x="57" y="6816"/>
                  </a:lnTo>
                  <a:lnTo>
                    <a:pt x="148" y="7042"/>
                  </a:lnTo>
                  <a:lnTo>
                    <a:pt x="284" y="7315"/>
                  </a:lnTo>
                  <a:lnTo>
                    <a:pt x="454" y="7621"/>
                  </a:lnTo>
                  <a:lnTo>
                    <a:pt x="647" y="7949"/>
                  </a:lnTo>
                  <a:lnTo>
                    <a:pt x="885" y="8301"/>
                  </a:lnTo>
                  <a:lnTo>
                    <a:pt x="1146" y="8653"/>
                  </a:lnTo>
                  <a:lnTo>
                    <a:pt x="1429" y="9004"/>
                  </a:lnTo>
                  <a:lnTo>
                    <a:pt x="1724" y="9344"/>
                  </a:lnTo>
                  <a:lnTo>
                    <a:pt x="1883" y="9503"/>
                  </a:lnTo>
                  <a:lnTo>
                    <a:pt x="2042" y="9662"/>
                  </a:lnTo>
                  <a:lnTo>
                    <a:pt x="2212" y="9809"/>
                  </a:lnTo>
                  <a:lnTo>
                    <a:pt x="2370" y="9956"/>
                  </a:lnTo>
                  <a:lnTo>
                    <a:pt x="2540" y="10081"/>
                  </a:lnTo>
                  <a:lnTo>
                    <a:pt x="2710" y="10195"/>
                  </a:lnTo>
                  <a:lnTo>
                    <a:pt x="2881" y="10308"/>
                  </a:lnTo>
                  <a:lnTo>
                    <a:pt x="3051" y="10399"/>
                  </a:lnTo>
                  <a:lnTo>
                    <a:pt x="3221" y="10478"/>
                  </a:lnTo>
                  <a:lnTo>
                    <a:pt x="3391" y="10535"/>
                  </a:lnTo>
                  <a:lnTo>
                    <a:pt x="3561" y="10580"/>
                  </a:lnTo>
                  <a:lnTo>
                    <a:pt x="3731" y="10614"/>
                  </a:lnTo>
                  <a:lnTo>
                    <a:pt x="3992" y="10637"/>
                  </a:lnTo>
                  <a:lnTo>
                    <a:pt x="4241" y="10648"/>
                  </a:lnTo>
                  <a:lnTo>
                    <a:pt x="4502" y="10659"/>
                  </a:lnTo>
                  <a:lnTo>
                    <a:pt x="4751" y="10648"/>
                  </a:lnTo>
                  <a:lnTo>
                    <a:pt x="5001" y="10625"/>
                  </a:lnTo>
                  <a:lnTo>
                    <a:pt x="5250" y="10580"/>
                  </a:lnTo>
                  <a:lnTo>
                    <a:pt x="5489" y="10501"/>
                  </a:lnTo>
                  <a:lnTo>
                    <a:pt x="5602" y="10467"/>
                  </a:lnTo>
                  <a:lnTo>
                    <a:pt x="5727" y="10410"/>
                  </a:lnTo>
                  <a:lnTo>
                    <a:pt x="5840" y="10353"/>
                  </a:lnTo>
                  <a:lnTo>
                    <a:pt x="5965" y="10285"/>
                  </a:lnTo>
                  <a:lnTo>
                    <a:pt x="6078" y="10206"/>
                  </a:lnTo>
                  <a:lnTo>
                    <a:pt x="6203" y="10115"/>
                  </a:lnTo>
                  <a:lnTo>
                    <a:pt x="6328" y="10013"/>
                  </a:lnTo>
                  <a:lnTo>
                    <a:pt x="6441" y="9911"/>
                  </a:lnTo>
                  <a:lnTo>
                    <a:pt x="6543" y="9809"/>
                  </a:lnTo>
                  <a:lnTo>
                    <a:pt x="6634" y="9696"/>
                  </a:lnTo>
                  <a:lnTo>
                    <a:pt x="6724" y="9582"/>
                  </a:lnTo>
                  <a:lnTo>
                    <a:pt x="6792" y="9469"/>
                  </a:lnTo>
                  <a:lnTo>
                    <a:pt x="6838" y="9356"/>
                  </a:lnTo>
                  <a:lnTo>
                    <a:pt x="6872" y="9242"/>
                  </a:lnTo>
                  <a:lnTo>
                    <a:pt x="6883" y="9129"/>
                  </a:lnTo>
                  <a:lnTo>
                    <a:pt x="6872" y="9015"/>
                  </a:lnTo>
                  <a:lnTo>
                    <a:pt x="6861" y="8970"/>
                  </a:lnTo>
                  <a:lnTo>
                    <a:pt x="6838" y="8913"/>
                  </a:lnTo>
                  <a:lnTo>
                    <a:pt x="6804" y="8868"/>
                  </a:lnTo>
                  <a:lnTo>
                    <a:pt x="6770" y="8811"/>
                  </a:lnTo>
                  <a:lnTo>
                    <a:pt x="6668" y="8698"/>
                  </a:lnTo>
                  <a:lnTo>
                    <a:pt x="6577" y="8573"/>
                  </a:lnTo>
                  <a:lnTo>
                    <a:pt x="6418" y="8324"/>
                  </a:lnTo>
                  <a:lnTo>
                    <a:pt x="6271" y="8052"/>
                  </a:lnTo>
                  <a:lnTo>
                    <a:pt x="6146" y="7768"/>
                  </a:lnTo>
                  <a:lnTo>
                    <a:pt x="6033" y="7473"/>
                  </a:lnTo>
                  <a:lnTo>
                    <a:pt x="5953" y="7178"/>
                  </a:lnTo>
                  <a:lnTo>
                    <a:pt x="5885" y="6861"/>
                  </a:lnTo>
                  <a:lnTo>
                    <a:pt x="5829" y="6543"/>
                  </a:lnTo>
                  <a:lnTo>
                    <a:pt x="5795" y="6226"/>
                  </a:lnTo>
                  <a:lnTo>
                    <a:pt x="5772" y="5909"/>
                  </a:lnTo>
                  <a:lnTo>
                    <a:pt x="5772" y="5580"/>
                  </a:lnTo>
                  <a:lnTo>
                    <a:pt x="5783" y="5262"/>
                  </a:lnTo>
                  <a:lnTo>
                    <a:pt x="5806" y="4945"/>
                  </a:lnTo>
                  <a:lnTo>
                    <a:pt x="5840" y="4627"/>
                  </a:lnTo>
                  <a:lnTo>
                    <a:pt x="5885" y="4321"/>
                  </a:lnTo>
                  <a:lnTo>
                    <a:pt x="5953" y="4026"/>
                  </a:lnTo>
                  <a:lnTo>
                    <a:pt x="2280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1532803" y="2144192"/>
              <a:ext cx="184747" cy="196296"/>
            </a:xfrm>
            <a:custGeom>
              <a:rect b="b" l="l" r="r" t="t"/>
              <a:pathLst>
                <a:path extrusionOk="0" h="5796" w="5455">
                  <a:moveTo>
                    <a:pt x="1781" y="1"/>
                  </a:moveTo>
                  <a:lnTo>
                    <a:pt x="1554" y="557"/>
                  </a:lnTo>
                  <a:lnTo>
                    <a:pt x="1327" y="1146"/>
                  </a:lnTo>
                  <a:lnTo>
                    <a:pt x="1100" y="1758"/>
                  </a:lnTo>
                  <a:lnTo>
                    <a:pt x="885" y="2393"/>
                  </a:lnTo>
                  <a:lnTo>
                    <a:pt x="443" y="3697"/>
                  </a:lnTo>
                  <a:lnTo>
                    <a:pt x="0" y="5035"/>
                  </a:lnTo>
                  <a:lnTo>
                    <a:pt x="533" y="5217"/>
                  </a:lnTo>
                  <a:lnTo>
                    <a:pt x="1078" y="5387"/>
                  </a:lnTo>
                  <a:lnTo>
                    <a:pt x="1622" y="5534"/>
                  </a:lnTo>
                  <a:lnTo>
                    <a:pt x="1905" y="5602"/>
                  </a:lnTo>
                  <a:lnTo>
                    <a:pt x="2177" y="5659"/>
                  </a:lnTo>
                  <a:lnTo>
                    <a:pt x="2450" y="5704"/>
                  </a:lnTo>
                  <a:lnTo>
                    <a:pt x="2722" y="5750"/>
                  </a:lnTo>
                  <a:lnTo>
                    <a:pt x="3005" y="5772"/>
                  </a:lnTo>
                  <a:lnTo>
                    <a:pt x="3277" y="5784"/>
                  </a:lnTo>
                  <a:lnTo>
                    <a:pt x="3561" y="5795"/>
                  </a:lnTo>
                  <a:lnTo>
                    <a:pt x="3833" y="5784"/>
                  </a:lnTo>
                  <a:lnTo>
                    <a:pt x="4116" y="5761"/>
                  </a:lnTo>
                  <a:lnTo>
                    <a:pt x="4389" y="5716"/>
                  </a:lnTo>
                  <a:lnTo>
                    <a:pt x="4615" y="5670"/>
                  </a:lnTo>
                  <a:lnTo>
                    <a:pt x="4831" y="5614"/>
                  </a:lnTo>
                  <a:lnTo>
                    <a:pt x="5058" y="5557"/>
                  </a:lnTo>
                  <a:lnTo>
                    <a:pt x="5273" y="5478"/>
                  </a:lnTo>
                  <a:lnTo>
                    <a:pt x="5296" y="5103"/>
                  </a:lnTo>
                  <a:lnTo>
                    <a:pt x="5330" y="4729"/>
                  </a:lnTo>
                  <a:lnTo>
                    <a:pt x="5386" y="4366"/>
                  </a:lnTo>
                  <a:lnTo>
                    <a:pt x="5454" y="4026"/>
                  </a:lnTo>
                  <a:lnTo>
                    <a:pt x="1781" y="1"/>
                  </a:lnTo>
                  <a:close/>
                </a:path>
              </a:pathLst>
            </a:custGeom>
            <a:solidFill>
              <a:srgbClr val="F5826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1584246" y="1840443"/>
              <a:ext cx="302267" cy="310328"/>
            </a:xfrm>
            <a:custGeom>
              <a:rect b="b" l="l" r="r" t="t"/>
              <a:pathLst>
                <a:path extrusionOk="0" h="9163" w="8925">
                  <a:moveTo>
                    <a:pt x="3074" y="1"/>
                  </a:moveTo>
                  <a:lnTo>
                    <a:pt x="2768" y="12"/>
                  </a:lnTo>
                  <a:lnTo>
                    <a:pt x="2450" y="46"/>
                  </a:lnTo>
                  <a:lnTo>
                    <a:pt x="2121" y="103"/>
                  </a:lnTo>
                  <a:lnTo>
                    <a:pt x="1962" y="137"/>
                  </a:lnTo>
                  <a:lnTo>
                    <a:pt x="1804" y="182"/>
                  </a:lnTo>
                  <a:lnTo>
                    <a:pt x="1645" y="239"/>
                  </a:lnTo>
                  <a:lnTo>
                    <a:pt x="1498" y="296"/>
                  </a:lnTo>
                  <a:lnTo>
                    <a:pt x="1339" y="364"/>
                  </a:lnTo>
                  <a:lnTo>
                    <a:pt x="1191" y="443"/>
                  </a:lnTo>
                  <a:lnTo>
                    <a:pt x="1044" y="534"/>
                  </a:lnTo>
                  <a:lnTo>
                    <a:pt x="897" y="625"/>
                  </a:lnTo>
                  <a:lnTo>
                    <a:pt x="761" y="727"/>
                  </a:lnTo>
                  <a:lnTo>
                    <a:pt x="624" y="840"/>
                  </a:lnTo>
                  <a:lnTo>
                    <a:pt x="488" y="965"/>
                  </a:lnTo>
                  <a:lnTo>
                    <a:pt x="364" y="1101"/>
                  </a:lnTo>
                  <a:lnTo>
                    <a:pt x="250" y="1248"/>
                  </a:lnTo>
                  <a:lnTo>
                    <a:pt x="171" y="1384"/>
                  </a:lnTo>
                  <a:lnTo>
                    <a:pt x="92" y="1532"/>
                  </a:lnTo>
                  <a:lnTo>
                    <a:pt x="46" y="1679"/>
                  </a:lnTo>
                  <a:lnTo>
                    <a:pt x="12" y="1827"/>
                  </a:lnTo>
                  <a:lnTo>
                    <a:pt x="1" y="1974"/>
                  </a:lnTo>
                  <a:lnTo>
                    <a:pt x="1" y="2121"/>
                  </a:lnTo>
                  <a:lnTo>
                    <a:pt x="12" y="2280"/>
                  </a:lnTo>
                  <a:lnTo>
                    <a:pt x="46" y="2427"/>
                  </a:lnTo>
                  <a:lnTo>
                    <a:pt x="92" y="2586"/>
                  </a:lnTo>
                  <a:lnTo>
                    <a:pt x="148" y="2745"/>
                  </a:lnTo>
                  <a:lnTo>
                    <a:pt x="216" y="2904"/>
                  </a:lnTo>
                  <a:lnTo>
                    <a:pt x="296" y="3062"/>
                  </a:lnTo>
                  <a:lnTo>
                    <a:pt x="386" y="3221"/>
                  </a:lnTo>
                  <a:lnTo>
                    <a:pt x="590" y="3539"/>
                  </a:lnTo>
                  <a:lnTo>
                    <a:pt x="817" y="3867"/>
                  </a:lnTo>
                  <a:lnTo>
                    <a:pt x="1067" y="4185"/>
                  </a:lnTo>
                  <a:lnTo>
                    <a:pt x="1600" y="4843"/>
                  </a:lnTo>
                  <a:lnTo>
                    <a:pt x="1860" y="5171"/>
                  </a:lnTo>
                  <a:lnTo>
                    <a:pt x="2110" y="5489"/>
                  </a:lnTo>
                  <a:lnTo>
                    <a:pt x="2337" y="5818"/>
                  </a:lnTo>
                  <a:lnTo>
                    <a:pt x="2541" y="6135"/>
                  </a:lnTo>
                  <a:lnTo>
                    <a:pt x="2745" y="6453"/>
                  </a:lnTo>
                  <a:lnTo>
                    <a:pt x="2960" y="6748"/>
                  </a:lnTo>
                  <a:lnTo>
                    <a:pt x="3198" y="7031"/>
                  </a:lnTo>
                  <a:lnTo>
                    <a:pt x="3448" y="7303"/>
                  </a:lnTo>
                  <a:lnTo>
                    <a:pt x="3720" y="7564"/>
                  </a:lnTo>
                  <a:lnTo>
                    <a:pt x="3992" y="7802"/>
                  </a:lnTo>
                  <a:lnTo>
                    <a:pt x="4287" y="8018"/>
                  </a:lnTo>
                  <a:lnTo>
                    <a:pt x="4604" y="8222"/>
                  </a:lnTo>
                  <a:lnTo>
                    <a:pt x="4922" y="8414"/>
                  </a:lnTo>
                  <a:lnTo>
                    <a:pt x="5251" y="8584"/>
                  </a:lnTo>
                  <a:lnTo>
                    <a:pt x="5591" y="8732"/>
                  </a:lnTo>
                  <a:lnTo>
                    <a:pt x="5931" y="8857"/>
                  </a:lnTo>
                  <a:lnTo>
                    <a:pt x="6283" y="8970"/>
                  </a:lnTo>
                  <a:lnTo>
                    <a:pt x="6645" y="9061"/>
                  </a:lnTo>
                  <a:lnTo>
                    <a:pt x="7008" y="9117"/>
                  </a:lnTo>
                  <a:lnTo>
                    <a:pt x="7371" y="9163"/>
                  </a:lnTo>
                  <a:lnTo>
                    <a:pt x="7893" y="9072"/>
                  </a:lnTo>
                  <a:lnTo>
                    <a:pt x="8085" y="8789"/>
                  </a:lnTo>
                  <a:lnTo>
                    <a:pt x="8244" y="8494"/>
                  </a:lnTo>
                  <a:lnTo>
                    <a:pt x="8403" y="8188"/>
                  </a:lnTo>
                  <a:lnTo>
                    <a:pt x="8528" y="7881"/>
                  </a:lnTo>
                  <a:lnTo>
                    <a:pt x="8641" y="7553"/>
                  </a:lnTo>
                  <a:lnTo>
                    <a:pt x="8732" y="7224"/>
                  </a:lnTo>
                  <a:lnTo>
                    <a:pt x="8811" y="6895"/>
                  </a:lnTo>
                  <a:lnTo>
                    <a:pt x="8868" y="6555"/>
                  </a:lnTo>
                  <a:lnTo>
                    <a:pt x="8902" y="6226"/>
                  </a:lnTo>
                  <a:lnTo>
                    <a:pt x="8924" y="5886"/>
                  </a:lnTo>
                  <a:lnTo>
                    <a:pt x="8924" y="5546"/>
                  </a:lnTo>
                  <a:lnTo>
                    <a:pt x="8902" y="5205"/>
                  </a:lnTo>
                  <a:lnTo>
                    <a:pt x="8856" y="4865"/>
                  </a:lnTo>
                  <a:lnTo>
                    <a:pt x="8800" y="4525"/>
                  </a:lnTo>
                  <a:lnTo>
                    <a:pt x="8720" y="4196"/>
                  </a:lnTo>
                  <a:lnTo>
                    <a:pt x="8618" y="3879"/>
                  </a:lnTo>
                  <a:lnTo>
                    <a:pt x="8494" y="3561"/>
                  </a:lnTo>
                  <a:lnTo>
                    <a:pt x="8346" y="3244"/>
                  </a:lnTo>
                  <a:lnTo>
                    <a:pt x="8187" y="2949"/>
                  </a:lnTo>
                  <a:lnTo>
                    <a:pt x="8017" y="2654"/>
                  </a:lnTo>
                  <a:lnTo>
                    <a:pt x="7825" y="2382"/>
                  </a:lnTo>
                  <a:lnTo>
                    <a:pt x="7609" y="2110"/>
                  </a:lnTo>
                  <a:lnTo>
                    <a:pt x="7394" y="1849"/>
                  </a:lnTo>
                  <a:lnTo>
                    <a:pt x="7156" y="1611"/>
                  </a:lnTo>
                  <a:lnTo>
                    <a:pt x="6895" y="1384"/>
                  </a:lnTo>
                  <a:lnTo>
                    <a:pt x="6634" y="1169"/>
                  </a:lnTo>
                  <a:lnTo>
                    <a:pt x="6362" y="965"/>
                  </a:lnTo>
                  <a:lnTo>
                    <a:pt x="6067" y="783"/>
                  </a:lnTo>
                  <a:lnTo>
                    <a:pt x="5772" y="625"/>
                  </a:lnTo>
                  <a:lnTo>
                    <a:pt x="5466" y="477"/>
                  </a:lnTo>
                  <a:lnTo>
                    <a:pt x="5149" y="341"/>
                  </a:lnTo>
                  <a:lnTo>
                    <a:pt x="4831" y="239"/>
                  </a:lnTo>
                  <a:lnTo>
                    <a:pt x="4650" y="182"/>
                  </a:lnTo>
                  <a:lnTo>
                    <a:pt x="4434" y="137"/>
                  </a:lnTo>
                  <a:lnTo>
                    <a:pt x="4208" y="92"/>
                  </a:lnTo>
                  <a:lnTo>
                    <a:pt x="3947" y="46"/>
                  </a:lnTo>
                  <a:lnTo>
                    <a:pt x="3675" y="12"/>
                  </a:lnTo>
                  <a:lnTo>
                    <a:pt x="33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1568126" y="1901504"/>
              <a:ext cx="296510" cy="296510"/>
            </a:xfrm>
            <a:custGeom>
              <a:rect b="b" l="l" r="r" t="t"/>
              <a:pathLst>
                <a:path extrusionOk="0" h="8755" w="8755">
                  <a:moveTo>
                    <a:pt x="4139" y="1"/>
                  </a:moveTo>
                  <a:lnTo>
                    <a:pt x="3912" y="24"/>
                  </a:lnTo>
                  <a:lnTo>
                    <a:pt x="3697" y="46"/>
                  </a:lnTo>
                  <a:lnTo>
                    <a:pt x="3482" y="92"/>
                  </a:lnTo>
                  <a:lnTo>
                    <a:pt x="3278" y="137"/>
                  </a:lnTo>
                  <a:lnTo>
                    <a:pt x="3073" y="194"/>
                  </a:lnTo>
                  <a:lnTo>
                    <a:pt x="2869" y="262"/>
                  </a:lnTo>
                  <a:lnTo>
                    <a:pt x="2665" y="341"/>
                  </a:lnTo>
                  <a:lnTo>
                    <a:pt x="2472" y="432"/>
                  </a:lnTo>
                  <a:lnTo>
                    <a:pt x="2291" y="522"/>
                  </a:lnTo>
                  <a:lnTo>
                    <a:pt x="2110" y="636"/>
                  </a:lnTo>
                  <a:lnTo>
                    <a:pt x="1928" y="749"/>
                  </a:lnTo>
                  <a:lnTo>
                    <a:pt x="1758" y="863"/>
                  </a:lnTo>
                  <a:lnTo>
                    <a:pt x="1588" y="999"/>
                  </a:lnTo>
                  <a:lnTo>
                    <a:pt x="1429" y="1135"/>
                  </a:lnTo>
                  <a:lnTo>
                    <a:pt x="1282" y="1282"/>
                  </a:lnTo>
                  <a:lnTo>
                    <a:pt x="1134" y="1430"/>
                  </a:lnTo>
                  <a:lnTo>
                    <a:pt x="998" y="1588"/>
                  </a:lnTo>
                  <a:lnTo>
                    <a:pt x="874" y="1758"/>
                  </a:lnTo>
                  <a:lnTo>
                    <a:pt x="749" y="1928"/>
                  </a:lnTo>
                  <a:lnTo>
                    <a:pt x="636" y="2110"/>
                  </a:lnTo>
                  <a:lnTo>
                    <a:pt x="522" y="2291"/>
                  </a:lnTo>
                  <a:lnTo>
                    <a:pt x="431" y="2484"/>
                  </a:lnTo>
                  <a:lnTo>
                    <a:pt x="341" y="2677"/>
                  </a:lnTo>
                  <a:lnTo>
                    <a:pt x="261" y="2870"/>
                  </a:lnTo>
                  <a:lnTo>
                    <a:pt x="193" y="3074"/>
                  </a:lnTo>
                  <a:lnTo>
                    <a:pt x="137" y="3289"/>
                  </a:lnTo>
                  <a:lnTo>
                    <a:pt x="91" y="3505"/>
                  </a:lnTo>
                  <a:lnTo>
                    <a:pt x="46" y="3720"/>
                  </a:lnTo>
                  <a:lnTo>
                    <a:pt x="23" y="3935"/>
                  </a:lnTo>
                  <a:lnTo>
                    <a:pt x="1" y="4162"/>
                  </a:lnTo>
                  <a:lnTo>
                    <a:pt x="1" y="4389"/>
                  </a:lnTo>
                  <a:lnTo>
                    <a:pt x="1" y="4616"/>
                  </a:lnTo>
                  <a:lnTo>
                    <a:pt x="23" y="4831"/>
                  </a:lnTo>
                  <a:lnTo>
                    <a:pt x="57" y="5047"/>
                  </a:lnTo>
                  <a:lnTo>
                    <a:pt x="91" y="5262"/>
                  </a:lnTo>
                  <a:lnTo>
                    <a:pt x="137" y="5477"/>
                  </a:lnTo>
                  <a:lnTo>
                    <a:pt x="193" y="5682"/>
                  </a:lnTo>
                  <a:lnTo>
                    <a:pt x="273" y="5886"/>
                  </a:lnTo>
                  <a:lnTo>
                    <a:pt x="341" y="6078"/>
                  </a:lnTo>
                  <a:lnTo>
                    <a:pt x="431" y="6271"/>
                  </a:lnTo>
                  <a:lnTo>
                    <a:pt x="534" y="6464"/>
                  </a:lnTo>
                  <a:lnTo>
                    <a:pt x="636" y="6645"/>
                  </a:lnTo>
                  <a:lnTo>
                    <a:pt x="749" y="6827"/>
                  </a:lnTo>
                  <a:lnTo>
                    <a:pt x="874" y="6997"/>
                  </a:lnTo>
                  <a:lnTo>
                    <a:pt x="998" y="7156"/>
                  </a:lnTo>
                  <a:lnTo>
                    <a:pt x="1134" y="7314"/>
                  </a:lnTo>
                  <a:lnTo>
                    <a:pt x="1282" y="7473"/>
                  </a:lnTo>
                  <a:lnTo>
                    <a:pt x="1429" y="7609"/>
                  </a:lnTo>
                  <a:lnTo>
                    <a:pt x="1599" y="7757"/>
                  </a:lnTo>
                  <a:lnTo>
                    <a:pt x="1758" y="7881"/>
                  </a:lnTo>
                  <a:lnTo>
                    <a:pt x="1928" y="8006"/>
                  </a:lnTo>
                  <a:lnTo>
                    <a:pt x="2110" y="8119"/>
                  </a:lnTo>
                  <a:lnTo>
                    <a:pt x="2291" y="8221"/>
                  </a:lnTo>
                  <a:lnTo>
                    <a:pt x="2484" y="8324"/>
                  </a:lnTo>
                  <a:lnTo>
                    <a:pt x="2677" y="8403"/>
                  </a:lnTo>
                  <a:lnTo>
                    <a:pt x="2881" y="8482"/>
                  </a:lnTo>
                  <a:lnTo>
                    <a:pt x="3085" y="8550"/>
                  </a:lnTo>
                  <a:lnTo>
                    <a:pt x="3289" y="8618"/>
                  </a:lnTo>
                  <a:lnTo>
                    <a:pt x="3504" y="8664"/>
                  </a:lnTo>
                  <a:lnTo>
                    <a:pt x="3720" y="8698"/>
                  </a:lnTo>
                  <a:lnTo>
                    <a:pt x="3947" y="8732"/>
                  </a:lnTo>
                  <a:lnTo>
                    <a:pt x="4173" y="8743"/>
                  </a:lnTo>
                  <a:lnTo>
                    <a:pt x="4389" y="8754"/>
                  </a:lnTo>
                  <a:lnTo>
                    <a:pt x="4616" y="8743"/>
                  </a:lnTo>
                  <a:lnTo>
                    <a:pt x="4831" y="8732"/>
                  </a:lnTo>
                  <a:lnTo>
                    <a:pt x="5058" y="8698"/>
                  </a:lnTo>
                  <a:lnTo>
                    <a:pt x="5262" y="8664"/>
                  </a:lnTo>
                  <a:lnTo>
                    <a:pt x="5477" y="8607"/>
                  </a:lnTo>
                  <a:lnTo>
                    <a:pt x="5681" y="8550"/>
                  </a:lnTo>
                  <a:lnTo>
                    <a:pt x="5885" y="8482"/>
                  </a:lnTo>
                  <a:lnTo>
                    <a:pt x="6090" y="8403"/>
                  </a:lnTo>
                  <a:lnTo>
                    <a:pt x="6282" y="8312"/>
                  </a:lnTo>
                  <a:lnTo>
                    <a:pt x="6464" y="8221"/>
                  </a:lnTo>
                  <a:lnTo>
                    <a:pt x="6645" y="8119"/>
                  </a:lnTo>
                  <a:lnTo>
                    <a:pt x="6827" y="8006"/>
                  </a:lnTo>
                  <a:lnTo>
                    <a:pt x="6997" y="7881"/>
                  </a:lnTo>
                  <a:lnTo>
                    <a:pt x="7167" y="7745"/>
                  </a:lnTo>
                  <a:lnTo>
                    <a:pt x="7325" y="7609"/>
                  </a:lnTo>
                  <a:lnTo>
                    <a:pt x="7473" y="7473"/>
                  </a:lnTo>
                  <a:lnTo>
                    <a:pt x="7620" y="7314"/>
                  </a:lnTo>
                  <a:lnTo>
                    <a:pt x="7756" y="7156"/>
                  </a:lnTo>
                  <a:lnTo>
                    <a:pt x="7881" y="6986"/>
                  </a:lnTo>
                  <a:lnTo>
                    <a:pt x="8006" y="6815"/>
                  </a:lnTo>
                  <a:lnTo>
                    <a:pt x="8119" y="6645"/>
                  </a:lnTo>
                  <a:lnTo>
                    <a:pt x="8233" y="6453"/>
                  </a:lnTo>
                  <a:lnTo>
                    <a:pt x="8323" y="6271"/>
                  </a:lnTo>
                  <a:lnTo>
                    <a:pt x="8414" y="6078"/>
                  </a:lnTo>
                  <a:lnTo>
                    <a:pt x="8493" y="5874"/>
                  </a:lnTo>
                  <a:lnTo>
                    <a:pt x="8561" y="5670"/>
                  </a:lnTo>
                  <a:lnTo>
                    <a:pt x="8618" y="5455"/>
                  </a:lnTo>
                  <a:lnTo>
                    <a:pt x="8663" y="5251"/>
                  </a:lnTo>
                  <a:lnTo>
                    <a:pt x="8709" y="5024"/>
                  </a:lnTo>
                  <a:lnTo>
                    <a:pt x="8732" y="4808"/>
                  </a:lnTo>
                  <a:lnTo>
                    <a:pt x="8754" y="4582"/>
                  </a:lnTo>
                  <a:lnTo>
                    <a:pt x="8754" y="4355"/>
                  </a:lnTo>
                  <a:lnTo>
                    <a:pt x="8743" y="4140"/>
                  </a:lnTo>
                  <a:lnTo>
                    <a:pt x="8732" y="3913"/>
                  </a:lnTo>
                  <a:lnTo>
                    <a:pt x="8697" y="3697"/>
                  </a:lnTo>
                  <a:lnTo>
                    <a:pt x="8663" y="3482"/>
                  </a:lnTo>
                  <a:lnTo>
                    <a:pt x="8618" y="3278"/>
                  </a:lnTo>
                  <a:lnTo>
                    <a:pt x="8550" y="3062"/>
                  </a:lnTo>
                  <a:lnTo>
                    <a:pt x="8482" y="2870"/>
                  </a:lnTo>
                  <a:lnTo>
                    <a:pt x="8403" y="2665"/>
                  </a:lnTo>
                  <a:lnTo>
                    <a:pt x="8323" y="2473"/>
                  </a:lnTo>
                  <a:lnTo>
                    <a:pt x="8221" y="2280"/>
                  </a:lnTo>
                  <a:lnTo>
                    <a:pt x="8119" y="2099"/>
                  </a:lnTo>
                  <a:lnTo>
                    <a:pt x="8006" y="1928"/>
                  </a:lnTo>
                  <a:lnTo>
                    <a:pt x="7881" y="1758"/>
                  </a:lnTo>
                  <a:lnTo>
                    <a:pt x="7756" y="1588"/>
                  </a:lnTo>
                  <a:lnTo>
                    <a:pt x="7620" y="1430"/>
                  </a:lnTo>
                  <a:lnTo>
                    <a:pt x="7473" y="1282"/>
                  </a:lnTo>
                  <a:lnTo>
                    <a:pt x="7314" y="1135"/>
                  </a:lnTo>
                  <a:lnTo>
                    <a:pt x="7155" y="999"/>
                  </a:lnTo>
                  <a:lnTo>
                    <a:pt x="6997" y="863"/>
                  </a:lnTo>
                  <a:lnTo>
                    <a:pt x="6827" y="738"/>
                  </a:lnTo>
                  <a:lnTo>
                    <a:pt x="6645" y="624"/>
                  </a:lnTo>
                  <a:lnTo>
                    <a:pt x="6464" y="522"/>
                  </a:lnTo>
                  <a:lnTo>
                    <a:pt x="6271" y="432"/>
                  </a:lnTo>
                  <a:lnTo>
                    <a:pt x="6078" y="341"/>
                  </a:lnTo>
                  <a:lnTo>
                    <a:pt x="5874" y="262"/>
                  </a:lnTo>
                  <a:lnTo>
                    <a:pt x="5670" y="194"/>
                  </a:lnTo>
                  <a:lnTo>
                    <a:pt x="5466" y="137"/>
                  </a:lnTo>
                  <a:lnTo>
                    <a:pt x="5250" y="80"/>
                  </a:lnTo>
                  <a:lnTo>
                    <a:pt x="5035" y="46"/>
                  </a:lnTo>
                  <a:lnTo>
                    <a:pt x="4808" y="24"/>
                  </a:lnTo>
                  <a:lnTo>
                    <a:pt x="4581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1596946" y="2052041"/>
              <a:ext cx="262304" cy="256546"/>
            </a:xfrm>
            <a:custGeom>
              <a:rect b="b" l="l" r="r" t="t"/>
              <a:pathLst>
                <a:path extrusionOk="0" h="7575" w="7745">
                  <a:moveTo>
                    <a:pt x="0" y="1"/>
                  </a:moveTo>
                  <a:lnTo>
                    <a:pt x="181" y="3244"/>
                  </a:lnTo>
                  <a:lnTo>
                    <a:pt x="193" y="3527"/>
                  </a:lnTo>
                  <a:lnTo>
                    <a:pt x="215" y="3833"/>
                  </a:lnTo>
                  <a:lnTo>
                    <a:pt x="249" y="4139"/>
                  </a:lnTo>
                  <a:lnTo>
                    <a:pt x="295" y="4423"/>
                  </a:lnTo>
                  <a:lnTo>
                    <a:pt x="352" y="4684"/>
                  </a:lnTo>
                  <a:lnTo>
                    <a:pt x="420" y="4899"/>
                  </a:lnTo>
                  <a:lnTo>
                    <a:pt x="476" y="5058"/>
                  </a:lnTo>
                  <a:lnTo>
                    <a:pt x="499" y="5114"/>
                  </a:lnTo>
                  <a:lnTo>
                    <a:pt x="533" y="5148"/>
                  </a:lnTo>
                  <a:lnTo>
                    <a:pt x="703" y="5330"/>
                  </a:lnTo>
                  <a:lnTo>
                    <a:pt x="907" y="5523"/>
                  </a:lnTo>
                  <a:lnTo>
                    <a:pt x="1134" y="5715"/>
                  </a:lnTo>
                  <a:lnTo>
                    <a:pt x="1383" y="5920"/>
                  </a:lnTo>
                  <a:lnTo>
                    <a:pt x="1655" y="6112"/>
                  </a:lnTo>
                  <a:lnTo>
                    <a:pt x="1950" y="6305"/>
                  </a:lnTo>
                  <a:lnTo>
                    <a:pt x="2245" y="6498"/>
                  </a:lnTo>
                  <a:lnTo>
                    <a:pt x="2563" y="6679"/>
                  </a:lnTo>
                  <a:lnTo>
                    <a:pt x="2880" y="6849"/>
                  </a:lnTo>
                  <a:lnTo>
                    <a:pt x="3186" y="7008"/>
                  </a:lnTo>
                  <a:lnTo>
                    <a:pt x="3504" y="7155"/>
                  </a:lnTo>
                  <a:lnTo>
                    <a:pt x="3810" y="7280"/>
                  </a:lnTo>
                  <a:lnTo>
                    <a:pt x="4116" y="7394"/>
                  </a:lnTo>
                  <a:lnTo>
                    <a:pt x="4399" y="7473"/>
                  </a:lnTo>
                  <a:lnTo>
                    <a:pt x="4660" y="7530"/>
                  </a:lnTo>
                  <a:lnTo>
                    <a:pt x="4910" y="7564"/>
                  </a:lnTo>
                  <a:lnTo>
                    <a:pt x="5091" y="7575"/>
                  </a:lnTo>
                  <a:lnTo>
                    <a:pt x="5273" y="7575"/>
                  </a:lnTo>
                  <a:lnTo>
                    <a:pt x="5477" y="7564"/>
                  </a:lnTo>
                  <a:lnTo>
                    <a:pt x="5669" y="7530"/>
                  </a:lnTo>
                  <a:lnTo>
                    <a:pt x="5862" y="7484"/>
                  </a:lnTo>
                  <a:lnTo>
                    <a:pt x="6044" y="7428"/>
                  </a:lnTo>
                  <a:lnTo>
                    <a:pt x="6134" y="7394"/>
                  </a:lnTo>
                  <a:lnTo>
                    <a:pt x="6202" y="7348"/>
                  </a:lnTo>
                  <a:lnTo>
                    <a:pt x="6282" y="7292"/>
                  </a:lnTo>
                  <a:lnTo>
                    <a:pt x="6338" y="7235"/>
                  </a:lnTo>
                  <a:lnTo>
                    <a:pt x="6395" y="7178"/>
                  </a:lnTo>
                  <a:lnTo>
                    <a:pt x="6452" y="7110"/>
                  </a:lnTo>
                  <a:lnTo>
                    <a:pt x="6577" y="6906"/>
                  </a:lnTo>
                  <a:lnTo>
                    <a:pt x="6713" y="6668"/>
                  </a:lnTo>
                  <a:lnTo>
                    <a:pt x="6849" y="6407"/>
                  </a:lnTo>
                  <a:lnTo>
                    <a:pt x="6973" y="6135"/>
                  </a:lnTo>
                  <a:lnTo>
                    <a:pt x="7087" y="5886"/>
                  </a:lnTo>
                  <a:lnTo>
                    <a:pt x="7177" y="5670"/>
                  </a:lnTo>
                  <a:lnTo>
                    <a:pt x="7234" y="5500"/>
                  </a:lnTo>
                  <a:lnTo>
                    <a:pt x="7348" y="5137"/>
                  </a:lnTo>
                  <a:lnTo>
                    <a:pt x="7438" y="4752"/>
                  </a:lnTo>
                  <a:lnTo>
                    <a:pt x="7518" y="4377"/>
                  </a:lnTo>
                  <a:lnTo>
                    <a:pt x="7586" y="3992"/>
                  </a:lnTo>
                  <a:lnTo>
                    <a:pt x="7631" y="3618"/>
                  </a:lnTo>
                  <a:lnTo>
                    <a:pt x="7676" y="3244"/>
                  </a:lnTo>
                  <a:lnTo>
                    <a:pt x="7699" y="2892"/>
                  </a:lnTo>
                  <a:lnTo>
                    <a:pt x="7722" y="2552"/>
                  </a:lnTo>
                  <a:lnTo>
                    <a:pt x="7744" y="1951"/>
                  </a:lnTo>
                  <a:lnTo>
                    <a:pt x="7744" y="1486"/>
                  </a:lnTo>
                  <a:lnTo>
                    <a:pt x="7744" y="1067"/>
                  </a:lnTo>
                  <a:lnTo>
                    <a:pt x="4626" y="227"/>
                  </a:lnTo>
                  <a:lnTo>
                    <a:pt x="4354" y="205"/>
                  </a:lnTo>
                  <a:lnTo>
                    <a:pt x="4093" y="1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1810069" y="2033245"/>
              <a:ext cx="65669" cy="36103"/>
            </a:xfrm>
            <a:custGeom>
              <a:rect b="b" l="l" r="r" t="t"/>
              <a:pathLst>
                <a:path extrusionOk="0" h="1066" w="1939">
                  <a:moveTo>
                    <a:pt x="1315" y="0"/>
                  </a:moveTo>
                  <a:lnTo>
                    <a:pt x="1179" y="11"/>
                  </a:lnTo>
                  <a:lnTo>
                    <a:pt x="1066" y="23"/>
                  </a:lnTo>
                  <a:lnTo>
                    <a:pt x="907" y="68"/>
                  </a:lnTo>
                  <a:lnTo>
                    <a:pt x="748" y="125"/>
                  </a:lnTo>
                  <a:lnTo>
                    <a:pt x="612" y="193"/>
                  </a:lnTo>
                  <a:lnTo>
                    <a:pt x="465" y="272"/>
                  </a:lnTo>
                  <a:lnTo>
                    <a:pt x="329" y="363"/>
                  </a:lnTo>
                  <a:lnTo>
                    <a:pt x="193" y="476"/>
                  </a:lnTo>
                  <a:lnTo>
                    <a:pt x="125" y="544"/>
                  </a:lnTo>
                  <a:lnTo>
                    <a:pt x="68" y="612"/>
                  </a:lnTo>
                  <a:lnTo>
                    <a:pt x="34" y="669"/>
                  </a:lnTo>
                  <a:lnTo>
                    <a:pt x="11" y="737"/>
                  </a:lnTo>
                  <a:lnTo>
                    <a:pt x="0" y="794"/>
                  </a:lnTo>
                  <a:lnTo>
                    <a:pt x="0" y="862"/>
                  </a:lnTo>
                  <a:lnTo>
                    <a:pt x="11" y="918"/>
                  </a:lnTo>
                  <a:lnTo>
                    <a:pt x="23" y="975"/>
                  </a:lnTo>
                  <a:lnTo>
                    <a:pt x="57" y="1021"/>
                  </a:lnTo>
                  <a:lnTo>
                    <a:pt x="79" y="1043"/>
                  </a:lnTo>
                  <a:lnTo>
                    <a:pt x="102" y="1055"/>
                  </a:lnTo>
                  <a:lnTo>
                    <a:pt x="136" y="1055"/>
                  </a:lnTo>
                  <a:lnTo>
                    <a:pt x="170" y="1066"/>
                  </a:lnTo>
                  <a:lnTo>
                    <a:pt x="204" y="1066"/>
                  </a:lnTo>
                  <a:lnTo>
                    <a:pt x="238" y="1055"/>
                  </a:lnTo>
                  <a:lnTo>
                    <a:pt x="261" y="1032"/>
                  </a:lnTo>
                  <a:lnTo>
                    <a:pt x="454" y="862"/>
                  </a:lnTo>
                  <a:lnTo>
                    <a:pt x="544" y="782"/>
                  </a:lnTo>
                  <a:lnTo>
                    <a:pt x="658" y="703"/>
                  </a:lnTo>
                  <a:lnTo>
                    <a:pt x="884" y="567"/>
                  </a:lnTo>
                  <a:lnTo>
                    <a:pt x="1134" y="442"/>
                  </a:lnTo>
                  <a:lnTo>
                    <a:pt x="1225" y="408"/>
                  </a:lnTo>
                  <a:lnTo>
                    <a:pt x="1315" y="374"/>
                  </a:lnTo>
                  <a:lnTo>
                    <a:pt x="1372" y="363"/>
                  </a:lnTo>
                  <a:lnTo>
                    <a:pt x="1463" y="363"/>
                  </a:lnTo>
                  <a:lnTo>
                    <a:pt x="1508" y="374"/>
                  </a:lnTo>
                  <a:lnTo>
                    <a:pt x="1565" y="408"/>
                  </a:lnTo>
                  <a:lnTo>
                    <a:pt x="1599" y="442"/>
                  </a:lnTo>
                  <a:lnTo>
                    <a:pt x="1678" y="522"/>
                  </a:lnTo>
                  <a:lnTo>
                    <a:pt x="1758" y="635"/>
                  </a:lnTo>
                  <a:lnTo>
                    <a:pt x="1814" y="680"/>
                  </a:lnTo>
                  <a:lnTo>
                    <a:pt x="1871" y="726"/>
                  </a:lnTo>
                  <a:lnTo>
                    <a:pt x="1905" y="726"/>
                  </a:lnTo>
                  <a:lnTo>
                    <a:pt x="1928" y="703"/>
                  </a:lnTo>
                  <a:lnTo>
                    <a:pt x="1939" y="669"/>
                  </a:lnTo>
                  <a:lnTo>
                    <a:pt x="1939" y="635"/>
                  </a:lnTo>
                  <a:lnTo>
                    <a:pt x="1882" y="476"/>
                  </a:lnTo>
                  <a:lnTo>
                    <a:pt x="1848" y="397"/>
                  </a:lnTo>
                  <a:lnTo>
                    <a:pt x="1803" y="306"/>
                  </a:lnTo>
                  <a:lnTo>
                    <a:pt x="1758" y="238"/>
                  </a:lnTo>
                  <a:lnTo>
                    <a:pt x="1701" y="170"/>
                  </a:lnTo>
                  <a:lnTo>
                    <a:pt x="1633" y="102"/>
                  </a:lnTo>
                  <a:lnTo>
                    <a:pt x="1565" y="57"/>
                  </a:lnTo>
                  <a:lnTo>
                    <a:pt x="1508" y="34"/>
                  </a:lnTo>
                  <a:lnTo>
                    <a:pt x="1451" y="11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1658380" y="2032094"/>
              <a:ext cx="88360" cy="36509"/>
            </a:xfrm>
            <a:custGeom>
              <a:rect b="b" l="l" r="r" t="t"/>
              <a:pathLst>
                <a:path extrusionOk="0" h="1078" w="2609">
                  <a:moveTo>
                    <a:pt x="930" y="0"/>
                  </a:moveTo>
                  <a:lnTo>
                    <a:pt x="851" y="23"/>
                  </a:lnTo>
                  <a:lnTo>
                    <a:pt x="771" y="45"/>
                  </a:lnTo>
                  <a:lnTo>
                    <a:pt x="703" y="79"/>
                  </a:lnTo>
                  <a:lnTo>
                    <a:pt x="624" y="113"/>
                  </a:lnTo>
                  <a:lnTo>
                    <a:pt x="476" y="215"/>
                  </a:lnTo>
                  <a:lnTo>
                    <a:pt x="363" y="306"/>
                  </a:lnTo>
                  <a:lnTo>
                    <a:pt x="250" y="420"/>
                  </a:lnTo>
                  <a:lnTo>
                    <a:pt x="34" y="635"/>
                  </a:lnTo>
                  <a:lnTo>
                    <a:pt x="12" y="669"/>
                  </a:lnTo>
                  <a:lnTo>
                    <a:pt x="0" y="714"/>
                  </a:lnTo>
                  <a:lnTo>
                    <a:pt x="0" y="760"/>
                  </a:lnTo>
                  <a:lnTo>
                    <a:pt x="0" y="805"/>
                  </a:lnTo>
                  <a:lnTo>
                    <a:pt x="23" y="839"/>
                  </a:lnTo>
                  <a:lnTo>
                    <a:pt x="46" y="873"/>
                  </a:lnTo>
                  <a:lnTo>
                    <a:pt x="80" y="873"/>
                  </a:lnTo>
                  <a:lnTo>
                    <a:pt x="125" y="862"/>
                  </a:lnTo>
                  <a:lnTo>
                    <a:pt x="227" y="794"/>
                  </a:lnTo>
                  <a:lnTo>
                    <a:pt x="329" y="726"/>
                  </a:lnTo>
                  <a:lnTo>
                    <a:pt x="544" y="612"/>
                  </a:lnTo>
                  <a:lnTo>
                    <a:pt x="669" y="533"/>
                  </a:lnTo>
                  <a:lnTo>
                    <a:pt x="794" y="488"/>
                  </a:lnTo>
                  <a:lnTo>
                    <a:pt x="851" y="465"/>
                  </a:lnTo>
                  <a:lnTo>
                    <a:pt x="987" y="465"/>
                  </a:lnTo>
                  <a:lnTo>
                    <a:pt x="1055" y="476"/>
                  </a:lnTo>
                  <a:lnTo>
                    <a:pt x="1259" y="522"/>
                  </a:lnTo>
                  <a:lnTo>
                    <a:pt x="1452" y="578"/>
                  </a:lnTo>
                  <a:lnTo>
                    <a:pt x="1633" y="646"/>
                  </a:lnTo>
                  <a:lnTo>
                    <a:pt x="1814" y="726"/>
                  </a:lnTo>
                  <a:lnTo>
                    <a:pt x="1985" y="805"/>
                  </a:lnTo>
                  <a:lnTo>
                    <a:pt x="2155" y="907"/>
                  </a:lnTo>
                  <a:lnTo>
                    <a:pt x="2302" y="1009"/>
                  </a:lnTo>
                  <a:lnTo>
                    <a:pt x="2381" y="1055"/>
                  </a:lnTo>
                  <a:lnTo>
                    <a:pt x="2427" y="1066"/>
                  </a:lnTo>
                  <a:lnTo>
                    <a:pt x="2472" y="1077"/>
                  </a:lnTo>
                  <a:lnTo>
                    <a:pt x="2517" y="1066"/>
                  </a:lnTo>
                  <a:lnTo>
                    <a:pt x="2551" y="1032"/>
                  </a:lnTo>
                  <a:lnTo>
                    <a:pt x="2574" y="998"/>
                  </a:lnTo>
                  <a:lnTo>
                    <a:pt x="2597" y="952"/>
                  </a:lnTo>
                  <a:lnTo>
                    <a:pt x="2597" y="918"/>
                  </a:lnTo>
                  <a:lnTo>
                    <a:pt x="2608" y="862"/>
                  </a:lnTo>
                  <a:lnTo>
                    <a:pt x="2597" y="805"/>
                  </a:lnTo>
                  <a:lnTo>
                    <a:pt x="2585" y="760"/>
                  </a:lnTo>
                  <a:lnTo>
                    <a:pt x="2551" y="692"/>
                  </a:lnTo>
                  <a:lnTo>
                    <a:pt x="2506" y="624"/>
                  </a:lnTo>
                  <a:lnTo>
                    <a:pt x="2449" y="567"/>
                  </a:lnTo>
                  <a:lnTo>
                    <a:pt x="2370" y="510"/>
                  </a:lnTo>
                  <a:lnTo>
                    <a:pt x="2177" y="397"/>
                  </a:lnTo>
                  <a:lnTo>
                    <a:pt x="1973" y="284"/>
                  </a:lnTo>
                  <a:lnTo>
                    <a:pt x="1769" y="193"/>
                  </a:lnTo>
                  <a:lnTo>
                    <a:pt x="1554" y="102"/>
                  </a:lnTo>
                  <a:lnTo>
                    <a:pt x="1338" y="45"/>
                  </a:lnTo>
                  <a:lnTo>
                    <a:pt x="1225" y="23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1801602" y="2073547"/>
              <a:ext cx="20388" cy="81079"/>
            </a:xfrm>
            <a:custGeom>
              <a:rect b="b" l="l" r="r" t="t"/>
              <a:pathLst>
                <a:path extrusionOk="0" h="2394" w="602">
                  <a:moveTo>
                    <a:pt x="352" y="1"/>
                  </a:moveTo>
                  <a:lnTo>
                    <a:pt x="216" y="205"/>
                  </a:lnTo>
                  <a:lnTo>
                    <a:pt x="114" y="386"/>
                  </a:lnTo>
                  <a:lnTo>
                    <a:pt x="46" y="556"/>
                  </a:lnTo>
                  <a:lnTo>
                    <a:pt x="12" y="715"/>
                  </a:lnTo>
                  <a:lnTo>
                    <a:pt x="1" y="874"/>
                  </a:lnTo>
                  <a:lnTo>
                    <a:pt x="12" y="1021"/>
                  </a:lnTo>
                  <a:lnTo>
                    <a:pt x="46" y="1180"/>
                  </a:lnTo>
                  <a:lnTo>
                    <a:pt x="91" y="1339"/>
                  </a:lnTo>
                  <a:lnTo>
                    <a:pt x="171" y="1543"/>
                  </a:lnTo>
                  <a:lnTo>
                    <a:pt x="250" y="1735"/>
                  </a:lnTo>
                  <a:lnTo>
                    <a:pt x="409" y="2121"/>
                  </a:lnTo>
                  <a:lnTo>
                    <a:pt x="534" y="2393"/>
                  </a:lnTo>
                  <a:lnTo>
                    <a:pt x="602" y="2359"/>
                  </a:lnTo>
                  <a:lnTo>
                    <a:pt x="488" y="2087"/>
                  </a:lnTo>
                  <a:lnTo>
                    <a:pt x="329" y="1713"/>
                  </a:lnTo>
                  <a:lnTo>
                    <a:pt x="250" y="1509"/>
                  </a:lnTo>
                  <a:lnTo>
                    <a:pt x="171" y="1316"/>
                  </a:lnTo>
                  <a:lnTo>
                    <a:pt x="125" y="1157"/>
                  </a:lnTo>
                  <a:lnTo>
                    <a:pt x="91" y="1010"/>
                  </a:lnTo>
                  <a:lnTo>
                    <a:pt x="80" y="874"/>
                  </a:lnTo>
                  <a:lnTo>
                    <a:pt x="91" y="726"/>
                  </a:lnTo>
                  <a:lnTo>
                    <a:pt x="125" y="579"/>
                  </a:lnTo>
                  <a:lnTo>
                    <a:pt x="193" y="420"/>
                  </a:lnTo>
                  <a:lnTo>
                    <a:pt x="284" y="239"/>
                  </a:lnTo>
                  <a:lnTo>
                    <a:pt x="409" y="46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1801602" y="2084316"/>
              <a:ext cx="51885" cy="22691"/>
            </a:xfrm>
            <a:custGeom>
              <a:rect b="b" l="l" r="r" t="t"/>
              <a:pathLst>
                <a:path extrusionOk="0" h="670" w="1532">
                  <a:moveTo>
                    <a:pt x="817" y="0"/>
                  </a:moveTo>
                  <a:lnTo>
                    <a:pt x="704" y="23"/>
                  </a:lnTo>
                  <a:lnTo>
                    <a:pt x="590" y="57"/>
                  </a:lnTo>
                  <a:lnTo>
                    <a:pt x="488" y="102"/>
                  </a:lnTo>
                  <a:lnTo>
                    <a:pt x="386" y="159"/>
                  </a:lnTo>
                  <a:lnTo>
                    <a:pt x="295" y="238"/>
                  </a:lnTo>
                  <a:lnTo>
                    <a:pt x="205" y="318"/>
                  </a:lnTo>
                  <a:lnTo>
                    <a:pt x="137" y="420"/>
                  </a:lnTo>
                  <a:lnTo>
                    <a:pt x="69" y="522"/>
                  </a:lnTo>
                  <a:lnTo>
                    <a:pt x="1" y="635"/>
                  </a:lnTo>
                  <a:lnTo>
                    <a:pt x="80" y="669"/>
                  </a:lnTo>
                  <a:lnTo>
                    <a:pt x="137" y="567"/>
                  </a:lnTo>
                  <a:lnTo>
                    <a:pt x="193" y="465"/>
                  </a:lnTo>
                  <a:lnTo>
                    <a:pt x="273" y="374"/>
                  </a:lnTo>
                  <a:lnTo>
                    <a:pt x="341" y="295"/>
                  </a:lnTo>
                  <a:lnTo>
                    <a:pt x="431" y="227"/>
                  </a:lnTo>
                  <a:lnTo>
                    <a:pt x="522" y="170"/>
                  </a:lnTo>
                  <a:lnTo>
                    <a:pt x="613" y="125"/>
                  </a:lnTo>
                  <a:lnTo>
                    <a:pt x="715" y="102"/>
                  </a:lnTo>
                  <a:lnTo>
                    <a:pt x="817" y="79"/>
                  </a:lnTo>
                  <a:lnTo>
                    <a:pt x="919" y="79"/>
                  </a:lnTo>
                  <a:lnTo>
                    <a:pt x="1021" y="91"/>
                  </a:lnTo>
                  <a:lnTo>
                    <a:pt x="1123" y="114"/>
                  </a:lnTo>
                  <a:lnTo>
                    <a:pt x="1214" y="159"/>
                  </a:lnTo>
                  <a:lnTo>
                    <a:pt x="1305" y="204"/>
                  </a:lnTo>
                  <a:lnTo>
                    <a:pt x="1395" y="272"/>
                  </a:lnTo>
                  <a:lnTo>
                    <a:pt x="1475" y="340"/>
                  </a:lnTo>
                  <a:lnTo>
                    <a:pt x="1531" y="284"/>
                  </a:lnTo>
                  <a:lnTo>
                    <a:pt x="1452" y="204"/>
                  </a:lnTo>
                  <a:lnTo>
                    <a:pt x="1350" y="136"/>
                  </a:lnTo>
                  <a:lnTo>
                    <a:pt x="1248" y="79"/>
                  </a:lnTo>
                  <a:lnTo>
                    <a:pt x="1146" y="45"/>
                  </a:lnTo>
                  <a:lnTo>
                    <a:pt x="1032" y="11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1679106" y="2089295"/>
              <a:ext cx="63027" cy="23843"/>
            </a:xfrm>
            <a:custGeom>
              <a:rect b="b" l="l" r="r" t="t"/>
              <a:pathLst>
                <a:path extrusionOk="0" h="704" w="1861">
                  <a:moveTo>
                    <a:pt x="1010" y="1"/>
                  </a:moveTo>
                  <a:lnTo>
                    <a:pt x="874" y="12"/>
                  </a:lnTo>
                  <a:lnTo>
                    <a:pt x="738" y="35"/>
                  </a:lnTo>
                  <a:lnTo>
                    <a:pt x="601" y="91"/>
                  </a:lnTo>
                  <a:lnTo>
                    <a:pt x="477" y="148"/>
                  </a:lnTo>
                  <a:lnTo>
                    <a:pt x="363" y="227"/>
                  </a:lnTo>
                  <a:lnTo>
                    <a:pt x="250" y="318"/>
                  </a:lnTo>
                  <a:lnTo>
                    <a:pt x="159" y="431"/>
                  </a:lnTo>
                  <a:lnTo>
                    <a:pt x="69" y="545"/>
                  </a:lnTo>
                  <a:lnTo>
                    <a:pt x="1" y="670"/>
                  </a:lnTo>
                  <a:lnTo>
                    <a:pt x="80" y="704"/>
                  </a:lnTo>
                  <a:lnTo>
                    <a:pt x="137" y="590"/>
                  </a:lnTo>
                  <a:lnTo>
                    <a:pt x="216" y="477"/>
                  </a:lnTo>
                  <a:lnTo>
                    <a:pt x="307" y="375"/>
                  </a:lnTo>
                  <a:lnTo>
                    <a:pt x="409" y="295"/>
                  </a:lnTo>
                  <a:lnTo>
                    <a:pt x="522" y="216"/>
                  </a:lnTo>
                  <a:lnTo>
                    <a:pt x="635" y="159"/>
                  </a:lnTo>
                  <a:lnTo>
                    <a:pt x="749" y="114"/>
                  </a:lnTo>
                  <a:lnTo>
                    <a:pt x="885" y="91"/>
                  </a:lnTo>
                  <a:lnTo>
                    <a:pt x="1010" y="80"/>
                  </a:lnTo>
                  <a:lnTo>
                    <a:pt x="1134" y="91"/>
                  </a:lnTo>
                  <a:lnTo>
                    <a:pt x="1259" y="114"/>
                  </a:lnTo>
                  <a:lnTo>
                    <a:pt x="1384" y="148"/>
                  </a:lnTo>
                  <a:lnTo>
                    <a:pt x="1497" y="205"/>
                  </a:lnTo>
                  <a:lnTo>
                    <a:pt x="1611" y="284"/>
                  </a:lnTo>
                  <a:lnTo>
                    <a:pt x="1713" y="363"/>
                  </a:lnTo>
                  <a:lnTo>
                    <a:pt x="1803" y="465"/>
                  </a:lnTo>
                  <a:lnTo>
                    <a:pt x="1860" y="409"/>
                  </a:lnTo>
                  <a:lnTo>
                    <a:pt x="1769" y="307"/>
                  </a:lnTo>
                  <a:lnTo>
                    <a:pt x="1656" y="216"/>
                  </a:lnTo>
                  <a:lnTo>
                    <a:pt x="1543" y="137"/>
                  </a:lnTo>
                  <a:lnTo>
                    <a:pt x="1407" y="80"/>
                  </a:lnTo>
                  <a:lnTo>
                    <a:pt x="1282" y="35"/>
                  </a:lnTo>
                  <a:lnTo>
                    <a:pt x="1146" y="12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1813895" y="2085840"/>
              <a:ext cx="28821" cy="28821"/>
            </a:xfrm>
            <a:custGeom>
              <a:rect b="b" l="l" r="r" t="t"/>
              <a:pathLst>
                <a:path extrusionOk="0" h="851" w="851">
                  <a:moveTo>
                    <a:pt x="341" y="0"/>
                  </a:moveTo>
                  <a:lnTo>
                    <a:pt x="261" y="23"/>
                  </a:lnTo>
                  <a:lnTo>
                    <a:pt x="193" y="69"/>
                  </a:lnTo>
                  <a:lnTo>
                    <a:pt x="125" y="125"/>
                  </a:lnTo>
                  <a:lnTo>
                    <a:pt x="80" y="182"/>
                  </a:lnTo>
                  <a:lnTo>
                    <a:pt x="34" y="250"/>
                  </a:lnTo>
                  <a:lnTo>
                    <a:pt x="12" y="341"/>
                  </a:lnTo>
                  <a:lnTo>
                    <a:pt x="0" y="420"/>
                  </a:lnTo>
                  <a:lnTo>
                    <a:pt x="12" y="511"/>
                  </a:lnTo>
                  <a:lnTo>
                    <a:pt x="34" y="590"/>
                  </a:lnTo>
                  <a:lnTo>
                    <a:pt x="80" y="658"/>
                  </a:lnTo>
                  <a:lnTo>
                    <a:pt x="125" y="726"/>
                  </a:lnTo>
                  <a:lnTo>
                    <a:pt x="193" y="772"/>
                  </a:lnTo>
                  <a:lnTo>
                    <a:pt x="261" y="817"/>
                  </a:lnTo>
                  <a:lnTo>
                    <a:pt x="341" y="840"/>
                  </a:lnTo>
                  <a:lnTo>
                    <a:pt x="431" y="851"/>
                  </a:lnTo>
                  <a:lnTo>
                    <a:pt x="511" y="840"/>
                  </a:lnTo>
                  <a:lnTo>
                    <a:pt x="590" y="817"/>
                  </a:lnTo>
                  <a:lnTo>
                    <a:pt x="669" y="772"/>
                  </a:lnTo>
                  <a:lnTo>
                    <a:pt x="726" y="726"/>
                  </a:lnTo>
                  <a:lnTo>
                    <a:pt x="783" y="658"/>
                  </a:lnTo>
                  <a:lnTo>
                    <a:pt x="817" y="590"/>
                  </a:lnTo>
                  <a:lnTo>
                    <a:pt x="851" y="511"/>
                  </a:lnTo>
                  <a:lnTo>
                    <a:pt x="851" y="420"/>
                  </a:lnTo>
                  <a:lnTo>
                    <a:pt x="851" y="341"/>
                  </a:lnTo>
                  <a:lnTo>
                    <a:pt x="817" y="250"/>
                  </a:lnTo>
                  <a:lnTo>
                    <a:pt x="783" y="182"/>
                  </a:lnTo>
                  <a:lnTo>
                    <a:pt x="726" y="125"/>
                  </a:lnTo>
                  <a:lnTo>
                    <a:pt x="669" y="69"/>
                  </a:lnTo>
                  <a:lnTo>
                    <a:pt x="590" y="23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2D14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1832319" y="2090074"/>
              <a:ext cx="10804" cy="10770"/>
            </a:xfrm>
            <a:custGeom>
              <a:rect b="b" l="l" r="r" t="t"/>
              <a:pathLst>
                <a:path extrusionOk="0" h="318" w="319">
                  <a:moveTo>
                    <a:pt x="159" y="0"/>
                  </a:moveTo>
                  <a:lnTo>
                    <a:pt x="91" y="12"/>
                  </a:lnTo>
                  <a:lnTo>
                    <a:pt x="46" y="46"/>
                  </a:lnTo>
                  <a:lnTo>
                    <a:pt x="12" y="91"/>
                  </a:lnTo>
                  <a:lnTo>
                    <a:pt x="1" y="159"/>
                  </a:lnTo>
                  <a:lnTo>
                    <a:pt x="12" y="216"/>
                  </a:lnTo>
                  <a:lnTo>
                    <a:pt x="46" y="261"/>
                  </a:lnTo>
                  <a:lnTo>
                    <a:pt x="91" y="295"/>
                  </a:lnTo>
                  <a:lnTo>
                    <a:pt x="159" y="318"/>
                  </a:lnTo>
                  <a:lnTo>
                    <a:pt x="216" y="295"/>
                  </a:lnTo>
                  <a:lnTo>
                    <a:pt x="273" y="261"/>
                  </a:lnTo>
                  <a:lnTo>
                    <a:pt x="307" y="216"/>
                  </a:lnTo>
                  <a:lnTo>
                    <a:pt x="318" y="159"/>
                  </a:lnTo>
                  <a:lnTo>
                    <a:pt x="307" y="91"/>
                  </a:lnTo>
                  <a:lnTo>
                    <a:pt x="273" y="46"/>
                  </a:lnTo>
                  <a:lnTo>
                    <a:pt x="216" y="12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1699460" y="2090819"/>
              <a:ext cx="29228" cy="28855"/>
            </a:xfrm>
            <a:custGeom>
              <a:rect b="b" l="l" r="r" t="t"/>
              <a:pathLst>
                <a:path extrusionOk="0" h="852" w="863">
                  <a:moveTo>
                    <a:pt x="341" y="1"/>
                  </a:moveTo>
                  <a:lnTo>
                    <a:pt x="261" y="35"/>
                  </a:lnTo>
                  <a:lnTo>
                    <a:pt x="193" y="69"/>
                  </a:lnTo>
                  <a:lnTo>
                    <a:pt x="125" y="126"/>
                  </a:lnTo>
                  <a:lnTo>
                    <a:pt x="80" y="182"/>
                  </a:lnTo>
                  <a:lnTo>
                    <a:pt x="34" y="262"/>
                  </a:lnTo>
                  <a:lnTo>
                    <a:pt x="12" y="341"/>
                  </a:lnTo>
                  <a:lnTo>
                    <a:pt x="0" y="420"/>
                  </a:lnTo>
                  <a:lnTo>
                    <a:pt x="12" y="511"/>
                  </a:lnTo>
                  <a:lnTo>
                    <a:pt x="34" y="590"/>
                  </a:lnTo>
                  <a:lnTo>
                    <a:pt x="80" y="659"/>
                  </a:lnTo>
                  <a:lnTo>
                    <a:pt x="125" y="727"/>
                  </a:lnTo>
                  <a:lnTo>
                    <a:pt x="193" y="772"/>
                  </a:lnTo>
                  <a:lnTo>
                    <a:pt x="261" y="817"/>
                  </a:lnTo>
                  <a:lnTo>
                    <a:pt x="341" y="840"/>
                  </a:lnTo>
                  <a:lnTo>
                    <a:pt x="431" y="851"/>
                  </a:lnTo>
                  <a:lnTo>
                    <a:pt x="522" y="840"/>
                  </a:lnTo>
                  <a:lnTo>
                    <a:pt x="601" y="817"/>
                  </a:lnTo>
                  <a:lnTo>
                    <a:pt x="669" y="772"/>
                  </a:lnTo>
                  <a:lnTo>
                    <a:pt x="738" y="727"/>
                  </a:lnTo>
                  <a:lnTo>
                    <a:pt x="783" y="659"/>
                  </a:lnTo>
                  <a:lnTo>
                    <a:pt x="828" y="590"/>
                  </a:lnTo>
                  <a:lnTo>
                    <a:pt x="851" y="511"/>
                  </a:lnTo>
                  <a:lnTo>
                    <a:pt x="862" y="420"/>
                  </a:lnTo>
                  <a:lnTo>
                    <a:pt x="851" y="341"/>
                  </a:lnTo>
                  <a:lnTo>
                    <a:pt x="828" y="262"/>
                  </a:lnTo>
                  <a:lnTo>
                    <a:pt x="783" y="182"/>
                  </a:lnTo>
                  <a:lnTo>
                    <a:pt x="738" y="126"/>
                  </a:lnTo>
                  <a:lnTo>
                    <a:pt x="669" y="69"/>
                  </a:lnTo>
                  <a:lnTo>
                    <a:pt x="601" y="35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rgbClr val="2D14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1717884" y="2095052"/>
              <a:ext cx="10804" cy="10804"/>
            </a:xfrm>
            <a:custGeom>
              <a:rect b="b" l="l" r="r" t="t"/>
              <a:pathLst>
                <a:path extrusionOk="0" h="319" w="319">
                  <a:moveTo>
                    <a:pt x="159" y="1"/>
                  </a:moveTo>
                  <a:lnTo>
                    <a:pt x="103" y="12"/>
                  </a:lnTo>
                  <a:lnTo>
                    <a:pt x="46" y="46"/>
                  </a:lnTo>
                  <a:lnTo>
                    <a:pt x="12" y="91"/>
                  </a:lnTo>
                  <a:lnTo>
                    <a:pt x="1" y="159"/>
                  </a:lnTo>
                  <a:lnTo>
                    <a:pt x="12" y="216"/>
                  </a:lnTo>
                  <a:lnTo>
                    <a:pt x="46" y="261"/>
                  </a:lnTo>
                  <a:lnTo>
                    <a:pt x="103" y="295"/>
                  </a:lnTo>
                  <a:lnTo>
                    <a:pt x="159" y="318"/>
                  </a:lnTo>
                  <a:lnTo>
                    <a:pt x="228" y="295"/>
                  </a:lnTo>
                  <a:lnTo>
                    <a:pt x="273" y="261"/>
                  </a:lnTo>
                  <a:lnTo>
                    <a:pt x="307" y="216"/>
                  </a:lnTo>
                  <a:lnTo>
                    <a:pt x="318" y="159"/>
                  </a:lnTo>
                  <a:lnTo>
                    <a:pt x="307" y="91"/>
                  </a:lnTo>
                  <a:lnTo>
                    <a:pt x="273" y="46"/>
                  </a:lnTo>
                  <a:lnTo>
                    <a:pt x="228" y="12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1735156" y="2207963"/>
              <a:ext cx="84533" cy="37661"/>
            </a:xfrm>
            <a:custGeom>
              <a:rect b="b" l="l" r="r" t="t"/>
              <a:pathLst>
                <a:path extrusionOk="0" h="1112" w="2496">
                  <a:moveTo>
                    <a:pt x="1475" y="0"/>
                  </a:moveTo>
                  <a:lnTo>
                    <a:pt x="1112" y="23"/>
                  </a:lnTo>
                  <a:lnTo>
                    <a:pt x="738" y="68"/>
                  </a:lnTo>
                  <a:lnTo>
                    <a:pt x="364" y="148"/>
                  </a:lnTo>
                  <a:lnTo>
                    <a:pt x="182" y="193"/>
                  </a:lnTo>
                  <a:lnTo>
                    <a:pt x="1" y="238"/>
                  </a:lnTo>
                  <a:lnTo>
                    <a:pt x="46" y="374"/>
                  </a:lnTo>
                  <a:lnTo>
                    <a:pt x="103" y="488"/>
                  </a:lnTo>
                  <a:lnTo>
                    <a:pt x="160" y="590"/>
                  </a:lnTo>
                  <a:lnTo>
                    <a:pt x="228" y="681"/>
                  </a:lnTo>
                  <a:lnTo>
                    <a:pt x="307" y="771"/>
                  </a:lnTo>
                  <a:lnTo>
                    <a:pt x="398" y="839"/>
                  </a:lnTo>
                  <a:lnTo>
                    <a:pt x="489" y="907"/>
                  </a:lnTo>
                  <a:lnTo>
                    <a:pt x="591" y="964"/>
                  </a:lnTo>
                  <a:lnTo>
                    <a:pt x="681" y="1009"/>
                  </a:lnTo>
                  <a:lnTo>
                    <a:pt x="795" y="1043"/>
                  </a:lnTo>
                  <a:lnTo>
                    <a:pt x="897" y="1077"/>
                  </a:lnTo>
                  <a:lnTo>
                    <a:pt x="999" y="1089"/>
                  </a:lnTo>
                  <a:lnTo>
                    <a:pt x="1112" y="1100"/>
                  </a:lnTo>
                  <a:lnTo>
                    <a:pt x="1214" y="1111"/>
                  </a:lnTo>
                  <a:lnTo>
                    <a:pt x="1316" y="1111"/>
                  </a:lnTo>
                  <a:lnTo>
                    <a:pt x="1430" y="1100"/>
                  </a:lnTo>
                  <a:lnTo>
                    <a:pt x="1520" y="1077"/>
                  </a:lnTo>
                  <a:lnTo>
                    <a:pt x="1622" y="1066"/>
                  </a:lnTo>
                  <a:lnTo>
                    <a:pt x="1713" y="1032"/>
                  </a:lnTo>
                  <a:lnTo>
                    <a:pt x="1793" y="998"/>
                  </a:lnTo>
                  <a:lnTo>
                    <a:pt x="1883" y="953"/>
                  </a:lnTo>
                  <a:lnTo>
                    <a:pt x="1951" y="907"/>
                  </a:lnTo>
                  <a:lnTo>
                    <a:pt x="2031" y="862"/>
                  </a:lnTo>
                  <a:lnTo>
                    <a:pt x="2099" y="805"/>
                  </a:lnTo>
                  <a:lnTo>
                    <a:pt x="2167" y="737"/>
                  </a:lnTo>
                  <a:lnTo>
                    <a:pt x="2223" y="669"/>
                  </a:lnTo>
                  <a:lnTo>
                    <a:pt x="2337" y="510"/>
                  </a:lnTo>
                  <a:lnTo>
                    <a:pt x="2428" y="340"/>
                  </a:lnTo>
                  <a:lnTo>
                    <a:pt x="2496" y="148"/>
                  </a:lnTo>
                  <a:lnTo>
                    <a:pt x="2428" y="102"/>
                  </a:lnTo>
                  <a:lnTo>
                    <a:pt x="2337" y="68"/>
                  </a:lnTo>
                  <a:lnTo>
                    <a:pt x="2223" y="46"/>
                  </a:lnTo>
                  <a:lnTo>
                    <a:pt x="2099" y="23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1720187" y="2208336"/>
              <a:ext cx="108342" cy="14258"/>
            </a:xfrm>
            <a:custGeom>
              <a:rect b="b" l="l" r="r" t="t"/>
              <a:pathLst>
                <a:path extrusionOk="0" h="421" w="3199">
                  <a:moveTo>
                    <a:pt x="3164" y="1"/>
                  </a:moveTo>
                  <a:lnTo>
                    <a:pt x="2994" y="80"/>
                  </a:lnTo>
                  <a:lnTo>
                    <a:pt x="2813" y="137"/>
                  </a:lnTo>
                  <a:lnTo>
                    <a:pt x="2631" y="193"/>
                  </a:lnTo>
                  <a:lnTo>
                    <a:pt x="2439" y="239"/>
                  </a:lnTo>
                  <a:lnTo>
                    <a:pt x="2257" y="273"/>
                  </a:lnTo>
                  <a:lnTo>
                    <a:pt x="2064" y="307"/>
                  </a:lnTo>
                  <a:lnTo>
                    <a:pt x="1872" y="329"/>
                  </a:lnTo>
                  <a:lnTo>
                    <a:pt x="1271" y="329"/>
                  </a:lnTo>
                  <a:lnTo>
                    <a:pt x="1067" y="307"/>
                  </a:lnTo>
                  <a:lnTo>
                    <a:pt x="863" y="284"/>
                  </a:lnTo>
                  <a:lnTo>
                    <a:pt x="647" y="239"/>
                  </a:lnTo>
                  <a:lnTo>
                    <a:pt x="443" y="193"/>
                  </a:lnTo>
                  <a:lnTo>
                    <a:pt x="239" y="137"/>
                  </a:lnTo>
                  <a:lnTo>
                    <a:pt x="35" y="80"/>
                  </a:lnTo>
                  <a:lnTo>
                    <a:pt x="1" y="148"/>
                  </a:lnTo>
                  <a:lnTo>
                    <a:pt x="205" y="216"/>
                  </a:lnTo>
                  <a:lnTo>
                    <a:pt x="398" y="273"/>
                  </a:lnTo>
                  <a:lnTo>
                    <a:pt x="590" y="318"/>
                  </a:lnTo>
                  <a:lnTo>
                    <a:pt x="794" y="352"/>
                  </a:lnTo>
                  <a:lnTo>
                    <a:pt x="987" y="375"/>
                  </a:lnTo>
                  <a:lnTo>
                    <a:pt x="1180" y="397"/>
                  </a:lnTo>
                  <a:lnTo>
                    <a:pt x="1373" y="409"/>
                  </a:lnTo>
                  <a:lnTo>
                    <a:pt x="1566" y="420"/>
                  </a:lnTo>
                  <a:lnTo>
                    <a:pt x="1781" y="409"/>
                  </a:lnTo>
                  <a:lnTo>
                    <a:pt x="1996" y="397"/>
                  </a:lnTo>
                  <a:lnTo>
                    <a:pt x="2201" y="363"/>
                  </a:lnTo>
                  <a:lnTo>
                    <a:pt x="2416" y="329"/>
                  </a:lnTo>
                  <a:lnTo>
                    <a:pt x="2609" y="284"/>
                  </a:lnTo>
                  <a:lnTo>
                    <a:pt x="2813" y="227"/>
                  </a:lnTo>
                  <a:lnTo>
                    <a:pt x="3006" y="148"/>
                  </a:lnTo>
                  <a:lnTo>
                    <a:pt x="3198" y="69"/>
                  </a:lnTo>
                  <a:lnTo>
                    <a:pt x="31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1784330" y="2161871"/>
              <a:ext cx="37288" cy="23064"/>
            </a:xfrm>
            <a:custGeom>
              <a:rect b="b" l="l" r="r" t="t"/>
              <a:pathLst>
                <a:path extrusionOk="0" h="681" w="1101">
                  <a:moveTo>
                    <a:pt x="1100" y="1"/>
                  </a:moveTo>
                  <a:lnTo>
                    <a:pt x="976" y="57"/>
                  </a:lnTo>
                  <a:lnTo>
                    <a:pt x="839" y="103"/>
                  </a:lnTo>
                  <a:lnTo>
                    <a:pt x="703" y="137"/>
                  </a:lnTo>
                  <a:lnTo>
                    <a:pt x="556" y="159"/>
                  </a:lnTo>
                  <a:lnTo>
                    <a:pt x="420" y="159"/>
                  </a:lnTo>
                  <a:lnTo>
                    <a:pt x="284" y="148"/>
                  </a:lnTo>
                  <a:lnTo>
                    <a:pt x="136" y="125"/>
                  </a:lnTo>
                  <a:lnTo>
                    <a:pt x="0" y="80"/>
                  </a:lnTo>
                  <a:lnTo>
                    <a:pt x="23" y="182"/>
                  </a:lnTo>
                  <a:lnTo>
                    <a:pt x="68" y="273"/>
                  </a:lnTo>
                  <a:lnTo>
                    <a:pt x="125" y="363"/>
                  </a:lnTo>
                  <a:lnTo>
                    <a:pt x="204" y="443"/>
                  </a:lnTo>
                  <a:lnTo>
                    <a:pt x="284" y="511"/>
                  </a:lnTo>
                  <a:lnTo>
                    <a:pt x="375" y="579"/>
                  </a:lnTo>
                  <a:lnTo>
                    <a:pt x="477" y="636"/>
                  </a:lnTo>
                  <a:lnTo>
                    <a:pt x="567" y="681"/>
                  </a:lnTo>
                  <a:lnTo>
                    <a:pt x="681" y="647"/>
                  </a:lnTo>
                  <a:lnTo>
                    <a:pt x="771" y="590"/>
                  </a:lnTo>
                  <a:lnTo>
                    <a:pt x="862" y="511"/>
                  </a:lnTo>
                  <a:lnTo>
                    <a:pt x="941" y="431"/>
                  </a:lnTo>
                  <a:lnTo>
                    <a:pt x="1010" y="329"/>
                  </a:lnTo>
                  <a:lnTo>
                    <a:pt x="1055" y="227"/>
                  </a:lnTo>
                  <a:lnTo>
                    <a:pt x="1089" y="114"/>
                  </a:lnTo>
                  <a:lnTo>
                    <a:pt x="1100" y="1"/>
                  </a:lnTo>
                  <a:close/>
                </a:path>
              </a:pathLst>
            </a:custGeom>
            <a:solidFill>
              <a:srgbClr val="F5826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1342710" y="1833162"/>
              <a:ext cx="478920" cy="536901"/>
            </a:xfrm>
            <a:custGeom>
              <a:rect b="b" l="l" r="r" t="t"/>
              <a:pathLst>
                <a:path extrusionOk="0" h="15853" w="14141">
                  <a:moveTo>
                    <a:pt x="8607" y="1"/>
                  </a:moveTo>
                  <a:lnTo>
                    <a:pt x="8380" y="12"/>
                  </a:lnTo>
                  <a:lnTo>
                    <a:pt x="8153" y="35"/>
                  </a:lnTo>
                  <a:lnTo>
                    <a:pt x="7938" y="57"/>
                  </a:lnTo>
                  <a:lnTo>
                    <a:pt x="7722" y="103"/>
                  </a:lnTo>
                  <a:lnTo>
                    <a:pt x="7518" y="148"/>
                  </a:lnTo>
                  <a:lnTo>
                    <a:pt x="7280" y="216"/>
                  </a:lnTo>
                  <a:lnTo>
                    <a:pt x="7053" y="295"/>
                  </a:lnTo>
                  <a:lnTo>
                    <a:pt x="6838" y="386"/>
                  </a:lnTo>
                  <a:lnTo>
                    <a:pt x="6623" y="488"/>
                  </a:lnTo>
                  <a:lnTo>
                    <a:pt x="6407" y="590"/>
                  </a:lnTo>
                  <a:lnTo>
                    <a:pt x="6203" y="704"/>
                  </a:lnTo>
                  <a:lnTo>
                    <a:pt x="5999" y="840"/>
                  </a:lnTo>
                  <a:lnTo>
                    <a:pt x="5806" y="976"/>
                  </a:lnTo>
                  <a:lnTo>
                    <a:pt x="5613" y="1123"/>
                  </a:lnTo>
                  <a:lnTo>
                    <a:pt x="5432" y="1270"/>
                  </a:lnTo>
                  <a:lnTo>
                    <a:pt x="5251" y="1441"/>
                  </a:lnTo>
                  <a:lnTo>
                    <a:pt x="5069" y="1622"/>
                  </a:lnTo>
                  <a:lnTo>
                    <a:pt x="4899" y="1803"/>
                  </a:lnTo>
                  <a:lnTo>
                    <a:pt x="4740" y="1996"/>
                  </a:lnTo>
                  <a:lnTo>
                    <a:pt x="4582" y="2212"/>
                  </a:lnTo>
                  <a:lnTo>
                    <a:pt x="4423" y="2427"/>
                  </a:lnTo>
                  <a:lnTo>
                    <a:pt x="4275" y="2654"/>
                  </a:lnTo>
                  <a:lnTo>
                    <a:pt x="4139" y="2881"/>
                  </a:lnTo>
                  <a:lnTo>
                    <a:pt x="4003" y="3130"/>
                  </a:lnTo>
                  <a:lnTo>
                    <a:pt x="3867" y="3391"/>
                  </a:lnTo>
                  <a:lnTo>
                    <a:pt x="3743" y="3663"/>
                  </a:lnTo>
                  <a:lnTo>
                    <a:pt x="3629" y="3935"/>
                  </a:lnTo>
                  <a:lnTo>
                    <a:pt x="3504" y="4230"/>
                  </a:lnTo>
                  <a:lnTo>
                    <a:pt x="3402" y="4525"/>
                  </a:lnTo>
                  <a:lnTo>
                    <a:pt x="3300" y="4831"/>
                  </a:lnTo>
                  <a:lnTo>
                    <a:pt x="3198" y="5160"/>
                  </a:lnTo>
                  <a:lnTo>
                    <a:pt x="3108" y="5489"/>
                  </a:lnTo>
                  <a:lnTo>
                    <a:pt x="3028" y="5829"/>
                  </a:lnTo>
                  <a:lnTo>
                    <a:pt x="2937" y="6180"/>
                  </a:lnTo>
                  <a:lnTo>
                    <a:pt x="2869" y="6543"/>
                  </a:lnTo>
                  <a:lnTo>
                    <a:pt x="2801" y="6929"/>
                  </a:lnTo>
                  <a:lnTo>
                    <a:pt x="2733" y="7314"/>
                  </a:lnTo>
                  <a:lnTo>
                    <a:pt x="2665" y="7734"/>
                  </a:lnTo>
                  <a:lnTo>
                    <a:pt x="2575" y="8130"/>
                  </a:lnTo>
                  <a:lnTo>
                    <a:pt x="2461" y="8505"/>
                  </a:lnTo>
                  <a:lnTo>
                    <a:pt x="2348" y="8867"/>
                  </a:lnTo>
                  <a:lnTo>
                    <a:pt x="2212" y="9208"/>
                  </a:lnTo>
                  <a:lnTo>
                    <a:pt x="2076" y="9536"/>
                  </a:lnTo>
                  <a:lnTo>
                    <a:pt x="1928" y="9843"/>
                  </a:lnTo>
                  <a:lnTo>
                    <a:pt x="1781" y="10149"/>
                  </a:lnTo>
                  <a:lnTo>
                    <a:pt x="1622" y="10432"/>
                  </a:lnTo>
                  <a:lnTo>
                    <a:pt x="1463" y="10693"/>
                  </a:lnTo>
                  <a:lnTo>
                    <a:pt x="1146" y="11203"/>
                  </a:lnTo>
                  <a:lnTo>
                    <a:pt x="840" y="11680"/>
                  </a:lnTo>
                  <a:lnTo>
                    <a:pt x="568" y="12133"/>
                  </a:lnTo>
                  <a:lnTo>
                    <a:pt x="443" y="12349"/>
                  </a:lnTo>
                  <a:lnTo>
                    <a:pt x="330" y="12564"/>
                  </a:lnTo>
                  <a:lnTo>
                    <a:pt x="227" y="12779"/>
                  </a:lnTo>
                  <a:lnTo>
                    <a:pt x="148" y="12983"/>
                  </a:lnTo>
                  <a:lnTo>
                    <a:pt x="80" y="13199"/>
                  </a:lnTo>
                  <a:lnTo>
                    <a:pt x="35" y="13414"/>
                  </a:lnTo>
                  <a:lnTo>
                    <a:pt x="12" y="13630"/>
                  </a:lnTo>
                  <a:lnTo>
                    <a:pt x="1" y="13845"/>
                  </a:lnTo>
                  <a:lnTo>
                    <a:pt x="23" y="14072"/>
                  </a:lnTo>
                  <a:lnTo>
                    <a:pt x="69" y="14299"/>
                  </a:lnTo>
                  <a:lnTo>
                    <a:pt x="148" y="14526"/>
                  </a:lnTo>
                  <a:lnTo>
                    <a:pt x="250" y="14775"/>
                  </a:lnTo>
                  <a:lnTo>
                    <a:pt x="386" y="15024"/>
                  </a:lnTo>
                  <a:lnTo>
                    <a:pt x="556" y="15285"/>
                  </a:lnTo>
                  <a:lnTo>
                    <a:pt x="760" y="15569"/>
                  </a:lnTo>
                  <a:lnTo>
                    <a:pt x="999" y="15852"/>
                  </a:lnTo>
                  <a:lnTo>
                    <a:pt x="1599" y="15852"/>
                  </a:lnTo>
                  <a:lnTo>
                    <a:pt x="2155" y="15841"/>
                  </a:lnTo>
                  <a:lnTo>
                    <a:pt x="2677" y="15807"/>
                  </a:lnTo>
                  <a:lnTo>
                    <a:pt x="3164" y="15761"/>
                  </a:lnTo>
                  <a:lnTo>
                    <a:pt x="3629" y="15693"/>
                  </a:lnTo>
                  <a:lnTo>
                    <a:pt x="4060" y="15603"/>
                  </a:lnTo>
                  <a:lnTo>
                    <a:pt x="4457" y="15501"/>
                  </a:lnTo>
                  <a:lnTo>
                    <a:pt x="4820" y="15387"/>
                  </a:lnTo>
                  <a:lnTo>
                    <a:pt x="5160" y="15263"/>
                  </a:lnTo>
                  <a:lnTo>
                    <a:pt x="5477" y="15115"/>
                  </a:lnTo>
                  <a:lnTo>
                    <a:pt x="5761" y="14956"/>
                  </a:lnTo>
                  <a:lnTo>
                    <a:pt x="6033" y="14786"/>
                  </a:lnTo>
                  <a:lnTo>
                    <a:pt x="6271" y="14605"/>
                  </a:lnTo>
                  <a:lnTo>
                    <a:pt x="6498" y="14424"/>
                  </a:lnTo>
                  <a:lnTo>
                    <a:pt x="6691" y="14219"/>
                  </a:lnTo>
                  <a:lnTo>
                    <a:pt x="6872" y="14015"/>
                  </a:lnTo>
                  <a:lnTo>
                    <a:pt x="7031" y="13789"/>
                  </a:lnTo>
                  <a:lnTo>
                    <a:pt x="7178" y="13573"/>
                  </a:lnTo>
                  <a:lnTo>
                    <a:pt x="7303" y="13346"/>
                  </a:lnTo>
                  <a:lnTo>
                    <a:pt x="7416" y="13108"/>
                  </a:lnTo>
                  <a:lnTo>
                    <a:pt x="7518" y="12870"/>
                  </a:lnTo>
                  <a:lnTo>
                    <a:pt x="7598" y="12621"/>
                  </a:lnTo>
                  <a:lnTo>
                    <a:pt x="7677" y="12371"/>
                  </a:lnTo>
                  <a:lnTo>
                    <a:pt x="7734" y="12122"/>
                  </a:lnTo>
                  <a:lnTo>
                    <a:pt x="7790" y="11872"/>
                  </a:lnTo>
                  <a:lnTo>
                    <a:pt x="7836" y="11623"/>
                  </a:lnTo>
                  <a:lnTo>
                    <a:pt x="7904" y="11124"/>
                  </a:lnTo>
                  <a:lnTo>
                    <a:pt x="7949" y="10625"/>
                  </a:lnTo>
                  <a:lnTo>
                    <a:pt x="7995" y="10149"/>
                  </a:lnTo>
                  <a:lnTo>
                    <a:pt x="8006" y="10035"/>
                  </a:lnTo>
                  <a:lnTo>
                    <a:pt x="8017" y="9933"/>
                  </a:lnTo>
                  <a:lnTo>
                    <a:pt x="8051" y="9831"/>
                  </a:lnTo>
                  <a:lnTo>
                    <a:pt x="8085" y="9741"/>
                  </a:lnTo>
                  <a:lnTo>
                    <a:pt x="8119" y="9650"/>
                  </a:lnTo>
                  <a:lnTo>
                    <a:pt x="8165" y="9570"/>
                  </a:lnTo>
                  <a:lnTo>
                    <a:pt x="8221" y="9491"/>
                  </a:lnTo>
                  <a:lnTo>
                    <a:pt x="8278" y="9423"/>
                  </a:lnTo>
                  <a:lnTo>
                    <a:pt x="8346" y="9072"/>
                  </a:lnTo>
                  <a:lnTo>
                    <a:pt x="8437" y="8731"/>
                  </a:lnTo>
                  <a:lnTo>
                    <a:pt x="8471" y="8686"/>
                  </a:lnTo>
                  <a:lnTo>
                    <a:pt x="8550" y="8618"/>
                  </a:lnTo>
                  <a:lnTo>
                    <a:pt x="8777" y="8437"/>
                  </a:lnTo>
                  <a:lnTo>
                    <a:pt x="9026" y="8244"/>
                  </a:lnTo>
                  <a:lnTo>
                    <a:pt x="9117" y="8153"/>
                  </a:lnTo>
                  <a:lnTo>
                    <a:pt x="9185" y="8085"/>
                  </a:lnTo>
                  <a:lnTo>
                    <a:pt x="9253" y="7949"/>
                  </a:lnTo>
                  <a:lnTo>
                    <a:pt x="9333" y="7824"/>
                  </a:lnTo>
                  <a:lnTo>
                    <a:pt x="9457" y="7541"/>
                  </a:lnTo>
                  <a:lnTo>
                    <a:pt x="9571" y="7257"/>
                  </a:lnTo>
                  <a:lnTo>
                    <a:pt x="9673" y="6985"/>
                  </a:lnTo>
                  <a:lnTo>
                    <a:pt x="9752" y="6781"/>
                  </a:lnTo>
                  <a:lnTo>
                    <a:pt x="9820" y="6566"/>
                  </a:lnTo>
                  <a:lnTo>
                    <a:pt x="9956" y="6123"/>
                  </a:lnTo>
                  <a:lnTo>
                    <a:pt x="10081" y="5670"/>
                  </a:lnTo>
                  <a:lnTo>
                    <a:pt x="10217" y="5216"/>
                  </a:lnTo>
                  <a:lnTo>
                    <a:pt x="10296" y="4990"/>
                  </a:lnTo>
                  <a:lnTo>
                    <a:pt x="10376" y="4774"/>
                  </a:lnTo>
                  <a:lnTo>
                    <a:pt x="10455" y="4559"/>
                  </a:lnTo>
                  <a:lnTo>
                    <a:pt x="10557" y="4355"/>
                  </a:lnTo>
                  <a:lnTo>
                    <a:pt x="10659" y="4151"/>
                  </a:lnTo>
                  <a:lnTo>
                    <a:pt x="10773" y="3958"/>
                  </a:lnTo>
                  <a:lnTo>
                    <a:pt x="10909" y="3788"/>
                  </a:lnTo>
                  <a:lnTo>
                    <a:pt x="11045" y="3618"/>
                  </a:lnTo>
                  <a:lnTo>
                    <a:pt x="11181" y="3493"/>
                  </a:lnTo>
                  <a:lnTo>
                    <a:pt x="11317" y="3379"/>
                  </a:lnTo>
                  <a:lnTo>
                    <a:pt x="11453" y="3277"/>
                  </a:lnTo>
                  <a:lnTo>
                    <a:pt x="11600" y="3187"/>
                  </a:lnTo>
                  <a:lnTo>
                    <a:pt x="11759" y="3096"/>
                  </a:lnTo>
                  <a:lnTo>
                    <a:pt x="11918" y="3005"/>
                  </a:lnTo>
                  <a:lnTo>
                    <a:pt x="12235" y="2858"/>
                  </a:lnTo>
                  <a:lnTo>
                    <a:pt x="12394" y="2801"/>
                  </a:lnTo>
                  <a:lnTo>
                    <a:pt x="12541" y="2767"/>
                  </a:lnTo>
                  <a:lnTo>
                    <a:pt x="12700" y="2745"/>
                  </a:lnTo>
                  <a:lnTo>
                    <a:pt x="12848" y="2733"/>
                  </a:lnTo>
                  <a:lnTo>
                    <a:pt x="13006" y="2745"/>
                  </a:lnTo>
                  <a:lnTo>
                    <a:pt x="13154" y="2767"/>
                  </a:lnTo>
                  <a:lnTo>
                    <a:pt x="13290" y="2801"/>
                  </a:lnTo>
                  <a:lnTo>
                    <a:pt x="13426" y="2835"/>
                  </a:lnTo>
                  <a:lnTo>
                    <a:pt x="13551" y="2881"/>
                  </a:lnTo>
                  <a:lnTo>
                    <a:pt x="13675" y="2937"/>
                  </a:lnTo>
                  <a:lnTo>
                    <a:pt x="13789" y="2994"/>
                  </a:lnTo>
                  <a:lnTo>
                    <a:pt x="13879" y="3062"/>
                  </a:lnTo>
                  <a:lnTo>
                    <a:pt x="13970" y="3130"/>
                  </a:lnTo>
                  <a:lnTo>
                    <a:pt x="14038" y="3187"/>
                  </a:lnTo>
                  <a:lnTo>
                    <a:pt x="14095" y="3255"/>
                  </a:lnTo>
                  <a:lnTo>
                    <a:pt x="14140" y="3311"/>
                  </a:lnTo>
                  <a:lnTo>
                    <a:pt x="14027" y="3085"/>
                  </a:lnTo>
                  <a:lnTo>
                    <a:pt x="13913" y="2869"/>
                  </a:lnTo>
                  <a:lnTo>
                    <a:pt x="13777" y="2665"/>
                  </a:lnTo>
                  <a:lnTo>
                    <a:pt x="13630" y="2461"/>
                  </a:lnTo>
                  <a:lnTo>
                    <a:pt x="13471" y="2268"/>
                  </a:lnTo>
                  <a:lnTo>
                    <a:pt x="13312" y="2076"/>
                  </a:lnTo>
                  <a:lnTo>
                    <a:pt x="13131" y="1894"/>
                  </a:lnTo>
                  <a:lnTo>
                    <a:pt x="12950" y="1724"/>
                  </a:lnTo>
                  <a:lnTo>
                    <a:pt x="12757" y="1554"/>
                  </a:lnTo>
                  <a:lnTo>
                    <a:pt x="12553" y="1395"/>
                  </a:lnTo>
                  <a:lnTo>
                    <a:pt x="12349" y="1236"/>
                  </a:lnTo>
                  <a:lnTo>
                    <a:pt x="12133" y="1100"/>
                  </a:lnTo>
                  <a:lnTo>
                    <a:pt x="11918" y="964"/>
                  </a:lnTo>
                  <a:lnTo>
                    <a:pt x="11691" y="828"/>
                  </a:lnTo>
                  <a:lnTo>
                    <a:pt x="11464" y="715"/>
                  </a:lnTo>
                  <a:lnTo>
                    <a:pt x="11226" y="601"/>
                  </a:lnTo>
                  <a:lnTo>
                    <a:pt x="10999" y="499"/>
                  </a:lnTo>
                  <a:lnTo>
                    <a:pt x="10761" y="409"/>
                  </a:lnTo>
                  <a:lnTo>
                    <a:pt x="10512" y="329"/>
                  </a:lnTo>
                  <a:lnTo>
                    <a:pt x="10274" y="250"/>
                  </a:lnTo>
                  <a:lnTo>
                    <a:pt x="10036" y="182"/>
                  </a:lnTo>
                  <a:lnTo>
                    <a:pt x="9797" y="125"/>
                  </a:lnTo>
                  <a:lnTo>
                    <a:pt x="9548" y="80"/>
                  </a:lnTo>
                  <a:lnTo>
                    <a:pt x="9310" y="46"/>
                  </a:lnTo>
                  <a:lnTo>
                    <a:pt x="9072" y="23"/>
                  </a:lnTo>
                  <a:lnTo>
                    <a:pt x="8834" y="12"/>
                  </a:lnTo>
                  <a:lnTo>
                    <a:pt x="86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1550075" y="2080083"/>
              <a:ext cx="82230" cy="104854"/>
            </a:xfrm>
            <a:custGeom>
              <a:rect b="b" l="l" r="r" t="t"/>
              <a:pathLst>
                <a:path extrusionOk="0" h="3096" w="2428">
                  <a:moveTo>
                    <a:pt x="828" y="0"/>
                  </a:moveTo>
                  <a:lnTo>
                    <a:pt x="704" y="12"/>
                  </a:lnTo>
                  <a:lnTo>
                    <a:pt x="590" y="46"/>
                  </a:lnTo>
                  <a:lnTo>
                    <a:pt x="477" y="102"/>
                  </a:lnTo>
                  <a:lnTo>
                    <a:pt x="364" y="182"/>
                  </a:lnTo>
                  <a:lnTo>
                    <a:pt x="261" y="261"/>
                  </a:lnTo>
                  <a:lnTo>
                    <a:pt x="182" y="363"/>
                  </a:lnTo>
                  <a:lnTo>
                    <a:pt x="103" y="477"/>
                  </a:lnTo>
                  <a:lnTo>
                    <a:pt x="57" y="601"/>
                  </a:lnTo>
                  <a:lnTo>
                    <a:pt x="12" y="749"/>
                  </a:lnTo>
                  <a:lnTo>
                    <a:pt x="1" y="907"/>
                  </a:lnTo>
                  <a:lnTo>
                    <a:pt x="1" y="1055"/>
                  </a:lnTo>
                  <a:lnTo>
                    <a:pt x="35" y="1202"/>
                  </a:lnTo>
                  <a:lnTo>
                    <a:pt x="69" y="1350"/>
                  </a:lnTo>
                  <a:lnTo>
                    <a:pt x="125" y="1486"/>
                  </a:lnTo>
                  <a:lnTo>
                    <a:pt x="182" y="1622"/>
                  </a:lnTo>
                  <a:lnTo>
                    <a:pt x="250" y="1747"/>
                  </a:lnTo>
                  <a:lnTo>
                    <a:pt x="341" y="1883"/>
                  </a:lnTo>
                  <a:lnTo>
                    <a:pt x="443" y="2019"/>
                  </a:lnTo>
                  <a:lnTo>
                    <a:pt x="545" y="2155"/>
                  </a:lnTo>
                  <a:lnTo>
                    <a:pt x="647" y="2279"/>
                  </a:lnTo>
                  <a:lnTo>
                    <a:pt x="760" y="2393"/>
                  </a:lnTo>
                  <a:lnTo>
                    <a:pt x="885" y="2495"/>
                  </a:lnTo>
                  <a:lnTo>
                    <a:pt x="1010" y="2597"/>
                  </a:lnTo>
                  <a:lnTo>
                    <a:pt x="1146" y="2688"/>
                  </a:lnTo>
                  <a:lnTo>
                    <a:pt x="1271" y="2767"/>
                  </a:lnTo>
                  <a:lnTo>
                    <a:pt x="1418" y="2846"/>
                  </a:lnTo>
                  <a:lnTo>
                    <a:pt x="1554" y="2903"/>
                  </a:lnTo>
                  <a:lnTo>
                    <a:pt x="1701" y="2960"/>
                  </a:lnTo>
                  <a:lnTo>
                    <a:pt x="1849" y="3017"/>
                  </a:lnTo>
                  <a:lnTo>
                    <a:pt x="2008" y="3051"/>
                  </a:lnTo>
                  <a:lnTo>
                    <a:pt x="2155" y="3085"/>
                  </a:lnTo>
                  <a:lnTo>
                    <a:pt x="2314" y="3096"/>
                  </a:lnTo>
                  <a:lnTo>
                    <a:pt x="2325" y="2869"/>
                  </a:lnTo>
                  <a:lnTo>
                    <a:pt x="2348" y="2631"/>
                  </a:lnTo>
                  <a:lnTo>
                    <a:pt x="2382" y="2370"/>
                  </a:lnTo>
                  <a:lnTo>
                    <a:pt x="2416" y="2121"/>
                  </a:lnTo>
                  <a:lnTo>
                    <a:pt x="2427" y="1860"/>
                  </a:lnTo>
                  <a:lnTo>
                    <a:pt x="2427" y="1735"/>
                  </a:lnTo>
                  <a:lnTo>
                    <a:pt x="2427" y="1610"/>
                  </a:lnTo>
                  <a:lnTo>
                    <a:pt x="2405" y="1486"/>
                  </a:lnTo>
                  <a:lnTo>
                    <a:pt x="2370" y="1372"/>
                  </a:lnTo>
                  <a:lnTo>
                    <a:pt x="2336" y="1259"/>
                  </a:lnTo>
                  <a:lnTo>
                    <a:pt x="2280" y="1157"/>
                  </a:lnTo>
                  <a:lnTo>
                    <a:pt x="2155" y="953"/>
                  </a:lnTo>
                  <a:lnTo>
                    <a:pt x="2019" y="749"/>
                  </a:lnTo>
                  <a:lnTo>
                    <a:pt x="1872" y="545"/>
                  </a:lnTo>
                  <a:lnTo>
                    <a:pt x="1792" y="454"/>
                  </a:lnTo>
                  <a:lnTo>
                    <a:pt x="1713" y="363"/>
                  </a:lnTo>
                  <a:lnTo>
                    <a:pt x="1622" y="284"/>
                  </a:lnTo>
                  <a:lnTo>
                    <a:pt x="1520" y="204"/>
                  </a:lnTo>
                  <a:lnTo>
                    <a:pt x="1418" y="136"/>
                  </a:lnTo>
                  <a:lnTo>
                    <a:pt x="1305" y="91"/>
                  </a:lnTo>
                  <a:lnTo>
                    <a:pt x="1191" y="46"/>
                  </a:lnTo>
                  <a:lnTo>
                    <a:pt x="1078" y="12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C95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1575813" y="2106567"/>
              <a:ext cx="42639" cy="59573"/>
            </a:xfrm>
            <a:custGeom>
              <a:rect b="b" l="l" r="r" t="t"/>
              <a:pathLst>
                <a:path extrusionOk="0" h="1759" w="1259">
                  <a:moveTo>
                    <a:pt x="499" y="1"/>
                  </a:moveTo>
                  <a:lnTo>
                    <a:pt x="409" y="12"/>
                  </a:lnTo>
                  <a:lnTo>
                    <a:pt x="318" y="35"/>
                  </a:lnTo>
                  <a:lnTo>
                    <a:pt x="238" y="80"/>
                  </a:lnTo>
                  <a:lnTo>
                    <a:pt x="170" y="148"/>
                  </a:lnTo>
                  <a:lnTo>
                    <a:pt x="102" y="216"/>
                  </a:lnTo>
                  <a:lnTo>
                    <a:pt x="57" y="307"/>
                  </a:lnTo>
                  <a:lnTo>
                    <a:pt x="23" y="386"/>
                  </a:lnTo>
                  <a:lnTo>
                    <a:pt x="12" y="477"/>
                  </a:lnTo>
                  <a:lnTo>
                    <a:pt x="0" y="556"/>
                  </a:lnTo>
                  <a:lnTo>
                    <a:pt x="12" y="647"/>
                  </a:lnTo>
                  <a:lnTo>
                    <a:pt x="23" y="726"/>
                  </a:lnTo>
                  <a:lnTo>
                    <a:pt x="46" y="806"/>
                  </a:lnTo>
                  <a:lnTo>
                    <a:pt x="102" y="965"/>
                  </a:lnTo>
                  <a:lnTo>
                    <a:pt x="193" y="1112"/>
                  </a:lnTo>
                  <a:lnTo>
                    <a:pt x="295" y="1259"/>
                  </a:lnTo>
                  <a:lnTo>
                    <a:pt x="409" y="1384"/>
                  </a:lnTo>
                  <a:lnTo>
                    <a:pt x="533" y="1497"/>
                  </a:lnTo>
                  <a:lnTo>
                    <a:pt x="669" y="1588"/>
                  </a:lnTo>
                  <a:lnTo>
                    <a:pt x="817" y="1668"/>
                  </a:lnTo>
                  <a:lnTo>
                    <a:pt x="964" y="1724"/>
                  </a:lnTo>
                  <a:lnTo>
                    <a:pt x="1123" y="1758"/>
                  </a:lnTo>
                  <a:lnTo>
                    <a:pt x="1180" y="1724"/>
                  </a:lnTo>
                  <a:lnTo>
                    <a:pt x="1214" y="1679"/>
                  </a:lnTo>
                  <a:lnTo>
                    <a:pt x="1248" y="1611"/>
                  </a:lnTo>
                  <a:lnTo>
                    <a:pt x="1259" y="1554"/>
                  </a:lnTo>
                  <a:lnTo>
                    <a:pt x="1259" y="1486"/>
                  </a:lnTo>
                  <a:lnTo>
                    <a:pt x="1259" y="1418"/>
                  </a:lnTo>
                  <a:lnTo>
                    <a:pt x="1248" y="1361"/>
                  </a:lnTo>
                  <a:lnTo>
                    <a:pt x="1225" y="1293"/>
                  </a:lnTo>
                  <a:lnTo>
                    <a:pt x="1168" y="1316"/>
                  </a:lnTo>
                  <a:lnTo>
                    <a:pt x="1123" y="1316"/>
                  </a:lnTo>
                  <a:lnTo>
                    <a:pt x="1078" y="1293"/>
                  </a:lnTo>
                  <a:lnTo>
                    <a:pt x="1044" y="1271"/>
                  </a:lnTo>
                  <a:lnTo>
                    <a:pt x="1010" y="1237"/>
                  </a:lnTo>
                  <a:lnTo>
                    <a:pt x="976" y="1191"/>
                  </a:lnTo>
                  <a:lnTo>
                    <a:pt x="953" y="1146"/>
                  </a:lnTo>
                  <a:lnTo>
                    <a:pt x="941" y="1089"/>
                  </a:lnTo>
                  <a:lnTo>
                    <a:pt x="941" y="987"/>
                  </a:lnTo>
                  <a:lnTo>
                    <a:pt x="953" y="874"/>
                  </a:lnTo>
                  <a:lnTo>
                    <a:pt x="976" y="760"/>
                  </a:lnTo>
                  <a:lnTo>
                    <a:pt x="987" y="636"/>
                  </a:lnTo>
                  <a:lnTo>
                    <a:pt x="987" y="545"/>
                  </a:lnTo>
                  <a:lnTo>
                    <a:pt x="976" y="443"/>
                  </a:lnTo>
                  <a:lnTo>
                    <a:pt x="953" y="352"/>
                  </a:lnTo>
                  <a:lnTo>
                    <a:pt x="919" y="273"/>
                  </a:lnTo>
                  <a:lnTo>
                    <a:pt x="873" y="194"/>
                  </a:lnTo>
                  <a:lnTo>
                    <a:pt x="817" y="125"/>
                  </a:lnTo>
                  <a:lnTo>
                    <a:pt x="749" y="69"/>
                  </a:lnTo>
                  <a:lnTo>
                    <a:pt x="669" y="2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F5826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99" name="Google Shape;399;p27"/>
          <p:cNvSpPr/>
          <p:nvPr/>
        </p:nvSpPr>
        <p:spPr>
          <a:xfrm>
            <a:off x="653667" y="5416867"/>
            <a:ext cx="114400" cy="114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00" name="Google Shape;400;p27"/>
          <p:cNvGrpSpPr/>
          <p:nvPr/>
        </p:nvGrpSpPr>
        <p:grpSpPr>
          <a:xfrm>
            <a:off x="5385101" y="2281641"/>
            <a:ext cx="2949094" cy="1690749"/>
            <a:chOff x="4038825" y="1706038"/>
            <a:chExt cx="2216709" cy="1274295"/>
          </a:xfrm>
        </p:grpSpPr>
        <p:grpSp>
          <p:nvGrpSpPr>
            <p:cNvPr id="401" name="Google Shape;401;p27"/>
            <p:cNvGrpSpPr/>
            <p:nvPr/>
          </p:nvGrpSpPr>
          <p:grpSpPr>
            <a:xfrm>
              <a:off x="4760925" y="1706038"/>
              <a:ext cx="1494609" cy="1274295"/>
              <a:chOff x="4760925" y="1706038"/>
              <a:chExt cx="1494609" cy="1274295"/>
            </a:xfrm>
          </p:grpSpPr>
          <p:sp>
            <p:nvSpPr>
              <p:cNvPr id="402" name="Google Shape;402;p27"/>
              <p:cNvSpPr txBox="1"/>
              <p:nvPr/>
            </p:nvSpPr>
            <p:spPr>
              <a:xfrm>
                <a:off x="4760925" y="1706038"/>
                <a:ext cx="1418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Awareness</a:t>
                </a:r>
                <a:endParaRPr b="1" sz="24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03" name="Google Shape;403;p27"/>
              <p:cNvSpPr txBox="1"/>
              <p:nvPr/>
            </p:nvSpPr>
            <p:spPr>
              <a:xfrm>
                <a:off x="4760934" y="2047633"/>
                <a:ext cx="1494600" cy="93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Got to know about the </a:t>
                </a:r>
                <a:r>
                  <a:rPr lang="en-US" sz="2000">
                    <a:solidFill>
                      <a:schemeClr val="dk1"/>
                    </a:solidFill>
                  </a:rPr>
                  <a:t>React web applications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27"/>
            <p:cNvSpPr/>
            <p:nvPr/>
          </p:nvSpPr>
          <p:spPr>
            <a:xfrm>
              <a:off x="4038825" y="1782725"/>
              <a:ext cx="645900" cy="645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24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05" name="Google Shape;405;p27"/>
          <p:cNvGrpSpPr/>
          <p:nvPr/>
        </p:nvGrpSpPr>
        <p:grpSpPr>
          <a:xfrm>
            <a:off x="8492534" y="2274717"/>
            <a:ext cx="3019954" cy="1697880"/>
            <a:chOff x="6369400" y="1706038"/>
            <a:chExt cx="2264966" cy="1273409"/>
          </a:xfrm>
        </p:grpSpPr>
        <p:grpSp>
          <p:nvGrpSpPr>
            <p:cNvPr id="406" name="Google Shape;406;p27"/>
            <p:cNvGrpSpPr/>
            <p:nvPr/>
          </p:nvGrpSpPr>
          <p:grpSpPr>
            <a:xfrm>
              <a:off x="7134066" y="1706038"/>
              <a:ext cx="1500300" cy="1273409"/>
              <a:chOff x="7225816" y="1555925"/>
              <a:chExt cx="1500300" cy="1273409"/>
            </a:xfrm>
          </p:grpSpPr>
          <p:sp>
            <p:nvSpPr>
              <p:cNvPr id="407" name="Google Shape;407;p27"/>
              <p:cNvSpPr txBox="1"/>
              <p:nvPr/>
            </p:nvSpPr>
            <p:spPr>
              <a:xfrm>
                <a:off x="7225825" y="1555925"/>
                <a:ext cx="1418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Tasks</a:t>
                </a:r>
                <a:endParaRPr b="1" sz="24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08" name="Google Shape;408;p27"/>
              <p:cNvSpPr txBox="1"/>
              <p:nvPr/>
            </p:nvSpPr>
            <p:spPr>
              <a:xfrm>
                <a:off x="7225816" y="1897534"/>
                <a:ext cx="1500300" cy="9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</a:rPr>
                  <a:t>Developing frontend functionalities and UI’s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9" name="Google Shape;409;p27"/>
            <p:cNvSpPr/>
            <p:nvPr/>
          </p:nvSpPr>
          <p:spPr>
            <a:xfrm>
              <a:off x="6369400" y="1782725"/>
              <a:ext cx="645900" cy="645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24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10" name="Google Shape;410;p27"/>
          <p:cNvGrpSpPr/>
          <p:nvPr/>
        </p:nvGrpSpPr>
        <p:grpSpPr>
          <a:xfrm>
            <a:off x="5385100" y="4254951"/>
            <a:ext cx="2876000" cy="1596842"/>
            <a:chOff x="4038825" y="3191213"/>
            <a:chExt cx="2157000" cy="1197632"/>
          </a:xfrm>
        </p:grpSpPr>
        <p:grpSp>
          <p:nvGrpSpPr>
            <p:cNvPr id="411" name="Google Shape;411;p27"/>
            <p:cNvGrpSpPr/>
            <p:nvPr/>
          </p:nvGrpSpPr>
          <p:grpSpPr>
            <a:xfrm>
              <a:off x="4777425" y="3191213"/>
              <a:ext cx="1418400" cy="1197632"/>
              <a:chOff x="4777425" y="3191213"/>
              <a:chExt cx="1418400" cy="1197632"/>
            </a:xfrm>
          </p:grpSpPr>
          <p:sp>
            <p:nvSpPr>
              <p:cNvPr id="412" name="Google Shape;412;p27"/>
              <p:cNvSpPr txBox="1"/>
              <p:nvPr/>
            </p:nvSpPr>
            <p:spPr>
              <a:xfrm>
                <a:off x="4777425" y="3191213"/>
                <a:ext cx="1418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Challenges</a:t>
                </a:r>
                <a:endParaRPr b="1" sz="24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13" name="Google Shape;413;p27"/>
              <p:cNvSpPr txBox="1"/>
              <p:nvPr/>
            </p:nvSpPr>
            <p:spPr>
              <a:xfrm>
                <a:off x="4777432" y="3551545"/>
                <a:ext cx="1400400" cy="8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</a:rPr>
                  <a:t>Managing dynamic nature in forms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27"/>
            <p:cNvSpPr/>
            <p:nvPr/>
          </p:nvSpPr>
          <p:spPr>
            <a:xfrm>
              <a:off x="4038825" y="3268625"/>
              <a:ext cx="645900" cy="645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24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15" name="Google Shape;415;p27"/>
          <p:cNvGrpSpPr/>
          <p:nvPr/>
        </p:nvGrpSpPr>
        <p:grpSpPr>
          <a:xfrm>
            <a:off x="8492534" y="4254951"/>
            <a:ext cx="2932105" cy="1487167"/>
            <a:chOff x="6369400" y="3191213"/>
            <a:chExt cx="2199079" cy="1115375"/>
          </a:xfrm>
        </p:grpSpPr>
        <p:grpSp>
          <p:nvGrpSpPr>
            <p:cNvPr id="416" name="Google Shape;416;p27"/>
            <p:cNvGrpSpPr/>
            <p:nvPr/>
          </p:nvGrpSpPr>
          <p:grpSpPr>
            <a:xfrm>
              <a:off x="7134075" y="3191213"/>
              <a:ext cx="1434404" cy="1115375"/>
              <a:chOff x="7268400" y="2993475"/>
              <a:chExt cx="1434404" cy="1115375"/>
            </a:xfrm>
          </p:grpSpPr>
          <p:sp>
            <p:nvSpPr>
              <p:cNvPr id="417" name="Google Shape;417;p27"/>
              <p:cNvSpPr txBox="1"/>
              <p:nvPr/>
            </p:nvSpPr>
            <p:spPr>
              <a:xfrm>
                <a:off x="7268400" y="2993475"/>
                <a:ext cx="1418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Solutions</a:t>
                </a:r>
                <a:endParaRPr b="1" sz="24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18" name="Google Shape;418;p27"/>
              <p:cNvSpPr txBox="1"/>
              <p:nvPr/>
            </p:nvSpPr>
            <p:spPr>
              <a:xfrm>
                <a:off x="7284404" y="3388850"/>
                <a:ext cx="1418400" cy="7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Revised the whole concept and reimplement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9" name="Google Shape;419;p27"/>
            <p:cNvSpPr/>
            <p:nvPr/>
          </p:nvSpPr>
          <p:spPr>
            <a:xfrm>
              <a:off x="6369400" y="3268625"/>
              <a:ext cx="645900" cy="645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24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420" name="Google Shape;420;p27"/>
          <p:cNvCxnSpPr>
            <a:endCxn id="337" idx="1"/>
          </p:cNvCxnSpPr>
          <p:nvPr/>
        </p:nvCxnSpPr>
        <p:spPr>
          <a:xfrm>
            <a:off x="3683100" y="3972567"/>
            <a:ext cx="14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stealth"/>
          </a:ln>
        </p:spPr>
      </p:cxnSp>
      <p:pic>
        <p:nvPicPr>
          <p:cNvPr id="421" name="Google Shape;421;p27"/>
          <p:cNvPicPr preferRelativeResize="0"/>
          <p:nvPr/>
        </p:nvPicPr>
        <p:blipFill rotWithShape="1">
          <a:blip r:embed="rId3">
            <a:alphaModFix/>
          </a:blip>
          <a:srcRect b="416" l="0" r="0" t="416"/>
          <a:stretch/>
        </p:blipFill>
        <p:spPr>
          <a:xfrm>
            <a:off x="2857967" y="4367014"/>
            <a:ext cx="1125825" cy="111647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8" title="Thank you 1080P, 2K, 4K, 5K HD wallpapers free download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550" y="830829"/>
            <a:ext cx="7828912" cy="519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